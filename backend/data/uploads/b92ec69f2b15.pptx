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notesSlides/notesSlide1.xml" ContentType="application/vnd.openxmlformats-officedocument.presentationml.notesSlide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notesSlides/notesSlide2.xml" ContentType="application/vnd.openxmlformats-officedocument.presentationml.notesSlide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notesSlides/notesSlide3.xml" ContentType="application/vnd.openxmlformats-officedocument.presentationml.notesSlide+xml"/>
  <Override PartName="/ppt/tags/tag410.xml" ContentType="application/vnd.openxmlformats-officedocument.presentationml.tags+xml"/>
  <Override PartName="/ppt/notesSlides/notesSlide4.xml" ContentType="application/vnd.openxmlformats-officedocument.presentationml.notesSlide+xml"/>
  <Override PartName="/ppt/tags/tag411.xml" ContentType="application/vnd.openxmlformats-officedocument.presentationml.tags+xml"/>
  <Override PartName="/ppt/notesSlides/notesSlide5.xml" ContentType="application/vnd.openxmlformats-officedocument.presentationml.notesSlide+xml"/>
  <Override PartName="/ppt/tags/tag412.xml" ContentType="application/vnd.openxmlformats-officedocument.presentationml.tags+xml"/>
  <Override PartName="/ppt/notesSlides/notesSlide6.xml" ContentType="application/vnd.openxmlformats-officedocument.presentationml.notesSlide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  <p:sldMasterId id="2147483699" r:id="rId3"/>
  </p:sldMasterIdLst>
  <p:notesMasterIdLst>
    <p:notesMasterId r:id="rId16"/>
  </p:notesMasterIdLst>
  <p:handoutMasterIdLst>
    <p:handoutMasterId r:id="rId17"/>
  </p:handoutMasterIdLst>
  <p:sldIdLst>
    <p:sldId id="260" r:id="rId4"/>
    <p:sldId id="261" r:id="rId5"/>
    <p:sldId id="308" r:id="rId6"/>
    <p:sldId id="307" r:id="rId7"/>
    <p:sldId id="265" r:id="rId8"/>
    <p:sldId id="309" r:id="rId9"/>
    <p:sldId id="293" r:id="rId10"/>
    <p:sldId id="310" r:id="rId11"/>
    <p:sldId id="311" r:id="rId12"/>
    <p:sldId id="312" r:id="rId13"/>
    <p:sldId id="313" r:id="rId14"/>
    <p:sldId id="274" r:id="rId15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597" autoAdjust="0"/>
  </p:normalViewPr>
  <p:slideViewPr>
    <p:cSldViewPr snapToGrid="0">
      <p:cViewPr varScale="1">
        <p:scale>
          <a:sx n="91" d="100"/>
          <a:sy n="91" d="100"/>
        </p:scale>
        <p:origin x="12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AA2F1E-B7A5-437D-BB05-143B15FCC1FC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410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267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阿波罗 </a:t>
            </a:r>
            <a:r>
              <a:rPr lang="en-US" altLang="zh-CN" dirty="0"/>
              <a:t>11 </a:t>
            </a:r>
            <a:r>
              <a:rPr lang="zh-CN" altLang="en-US" dirty="0"/>
              <a:t>号宇航员尼尔</a:t>
            </a:r>
            <a:r>
              <a:rPr lang="en-US" altLang="zh-CN" dirty="0"/>
              <a:t>·</a:t>
            </a:r>
            <a:r>
              <a:rPr lang="zh-CN" altLang="en-US" dirty="0"/>
              <a:t>阿姆斯特朗踏上月球时说的名言是：</a:t>
            </a:r>
            <a:r>
              <a:rPr lang="en-US" altLang="zh-CN" dirty="0"/>
              <a:t>"‌</a:t>
            </a:r>
            <a:r>
              <a:rPr lang="zh-CN" altLang="en-US" dirty="0"/>
              <a:t>这是个人的一小步，却是人类的一大步‌</a:t>
            </a:r>
            <a:r>
              <a:rPr lang="en-US" altLang="zh-CN" dirty="0"/>
              <a:t>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064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375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776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9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0" Type="http://schemas.openxmlformats.org/officeDocument/2006/relationships/tags" Target="../tags/tag57.xml"/><Relationship Id="rId4" Type="http://schemas.openxmlformats.org/officeDocument/2006/relationships/tags" Target="../tags/tag51.xml"/><Relationship Id="rId9" Type="http://schemas.openxmlformats.org/officeDocument/2006/relationships/tags" Target="../tags/tag56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tags" Target="../tags/tag71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tags" Target="../tags/tag70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5" Type="http://schemas.openxmlformats.org/officeDocument/2006/relationships/tags" Target="../tags/tag63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68.xml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tags" Target="../tags/tag7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77.xml"/><Relationship Id="rId4" Type="http://schemas.openxmlformats.org/officeDocument/2006/relationships/tags" Target="../tags/tag76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9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0" Type="http://schemas.openxmlformats.org/officeDocument/2006/relationships/tags" Target="../tags/tag95.xml"/><Relationship Id="rId4" Type="http://schemas.openxmlformats.org/officeDocument/2006/relationships/tags" Target="../tags/tag89.xml"/><Relationship Id="rId9" Type="http://schemas.openxmlformats.org/officeDocument/2006/relationships/tags" Target="../tags/tag94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tags" Target="../tags/tag109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12" Type="http://schemas.openxmlformats.org/officeDocument/2006/relationships/tags" Target="../tags/tag108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5" Type="http://schemas.openxmlformats.org/officeDocument/2006/relationships/tags" Target="../tags/tag101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106.xml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tags" Target="../tags/tag110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13" Type="http://schemas.openxmlformats.org/officeDocument/2006/relationships/tags" Target="../tags/tag123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12" Type="http://schemas.openxmlformats.org/officeDocument/2006/relationships/tags" Target="../tags/tag122.xml"/><Relationship Id="rId17" Type="http://schemas.openxmlformats.org/officeDocument/2006/relationships/tags" Target="../tags/tag127.xml"/><Relationship Id="rId2" Type="http://schemas.openxmlformats.org/officeDocument/2006/relationships/tags" Target="../tags/tag112.xml"/><Relationship Id="rId16" Type="http://schemas.openxmlformats.org/officeDocument/2006/relationships/tags" Target="../tags/tag126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1" Type="http://schemas.openxmlformats.org/officeDocument/2006/relationships/tags" Target="../tags/tag121.xml"/><Relationship Id="rId5" Type="http://schemas.openxmlformats.org/officeDocument/2006/relationships/tags" Target="../tags/tag115.xml"/><Relationship Id="rId15" Type="http://schemas.openxmlformats.org/officeDocument/2006/relationships/tags" Target="../tags/tag125.xml"/><Relationship Id="rId10" Type="http://schemas.openxmlformats.org/officeDocument/2006/relationships/tags" Target="../tags/tag120.xml"/><Relationship Id="rId4" Type="http://schemas.openxmlformats.org/officeDocument/2006/relationships/tags" Target="../tags/tag114.xml"/><Relationship Id="rId9" Type="http://schemas.openxmlformats.org/officeDocument/2006/relationships/tags" Target="../tags/tag119.xml"/><Relationship Id="rId14" Type="http://schemas.openxmlformats.org/officeDocument/2006/relationships/tags" Target="../tags/tag124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13" Type="http://schemas.openxmlformats.org/officeDocument/2006/relationships/tags" Target="../tags/tag140.xml"/><Relationship Id="rId18" Type="http://schemas.openxmlformats.org/officeDocument/2006/relationships/tags" Target="../tags/tag145.xml"/><Relationship Id="rId3" Type="http://schemas.openxmlformats.org/officeDocument/2006/relationships/tags" Target="../tags/tag130.xml"/><Relationship Id="rId21" Type="http://schemas.openxmlformats.org/officeDocument/2006/relationships/slideMaster" Target="../slideMasters/slideMaster2.xml"/><Relationship Id="rId7" Type="http://schemas.openxmlformats.org/officeDocument/2006/relationships/tags" Target="../tags/tag134.xml"/><Relationship Id="rId12" Type="http://schemas.openxmlformats.org/officeDocument/2006/relationships/tags" Target="../tags/tag139.xml"/><Relationship Id="rId17" Type="http://schemas.openxmlformats.org/officeDocument/2006/relationships/tags" Target="../tags/tag144.xml"/><Relationship Id="rId2" Type="http://schemas.openxmlformats.org/officeDocument/2006/relationships/tags" Target="../tags/tag129.xml"/><Relationship Id="rId16" Type="http://schemas.openxmlformats.org/officeDocument/2006/relationships/tags" Target="../tags/tag143.xml"/><Relationship Id="rId20" Type="http://schemas.openxmlformats.org/officeDocument/2006/relationships/tags" Target="../tags/tag147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1" Type="http://schemas.openxmlformats.org/officeDocument/2006/relationships/tags" Target="../tags/tag138.xml"/><Relationship Id="rId5" Type="http://schemas.openxmlformats.org/officeDocument/2006/relationships/tags" Target="../tags/tag132.xml"/><Relationship Id="rId15" Type="http://schemas.openxmlformats.org/officeDocument/2006/relationships/tags" Target="../tags/tag142.xml"/><Relationship Id="rId10" Type="http://schemas.openxmlformats.org/officeDocument/2006/relationships/tags" Target="../tags/tag137.xml"/><Relationship Id="rId19" Type="http://schemas.openxmlformats.org/officeDocument/2006/relationships/tags" Target="../tags/tag146.xml"/><Relationship Id="rId4" Type="http://schemas.openxmlformats.org/officeDocument/2006/relationships/tags" Target="../tags/tag131.xml"/><Relationship Id="rId9" Type="http://schemas.openxmlformats.org/officeDocument/2006/relationships/tags" Target="../tags/tag136.xml"/><Relationship Id="rId14" Type="http://schemas.openxmlformats.org/officeDocument/2006/relationships/tags" Target="../tags/tag141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13" Type="http://schemas.openxmlformats.org/officeDocument/2006/relationships/tags" Target="../tags/tag160.xml"/><Relationship Id="rId18" Type="http://schemas.openxmlformats.org/officeDocument/2006/relationships/tags" Target="../tags/tag165.xml"/><Relationship Id="rId26" Type="http://schemas.openxmlformats.org/officeDocument/2006/relationships/slideMaster" Target="../slideMasters/slideMaster2.xml"/><Relationship Id="rId3" Type="http://schemas.openxmlformats.org/officeDocument/2006/relationships/tags" Target="../tags/tag150.xml"/><Relationship Id="rId21" Type="http://schemas.openxmlformats.org/officeDocument/2006/relationships/tags" Target="../tags/tag168.xml"/><Relationship Id="rId7" Type="http://schemas.openxmlformats.org/officeDocument/2006/relationships/tags" Target="../tags/tag154.xml"/><Relationship Id="rId12" Type="http://schemas.openxmlformats.org/officeDocument/2006/relationships/tags" Target="../tags/tag159.xml"/><Relationship Id="rId17" Type="http://schemas.openxmlformats.org/officeDocument/2006/relationships/tags" Target="../tags/tag164.xml"/><Relationship Id="rId25" Type="http://schemas.openxmlformats.org/officeDocument/2006/relationships/tags" Target="../tags/tag172.xml"/><Relationship Id="rId2" Type="http://schemas.openxmlformats.org/officeDocument/2006/relationships/tags" Target="../tags/tag149.xml"/><Relationship Id="rId16" Type="http://schemas.openxmlformats.org/officeDocument/2006/relationships/tags" Target="../tags/tag163.xml"/><Relationship Id="rId20" Type="http://schemas.openxmlformats.org/officeDocument/2006/relationships/tags" Target="../tags/tag167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tags" Target="../tags/tag158.xml"/><Relationship Id="rId24" Type="http://schemas.openxmlformats.org/officeDocument/2006/relationships/tags" Target="../tags/tag171.xml"/><Relationship Id="rId5" Type="http://schemas.openxmlformats.org/officeDocument/2006/relationships/tags" Target="../tags/tag152.xml"/><Relationship Id="rId15" Type="http://schemas.openxmlformats.org/officeDocument/2006/relationships/tags" Target="../tags/tag162.xml"/><Relationship Id="rId23" Type="http://schemas.openxmlformats.org/officeDocument/2006/relationships/tags" Target="../tags/tag170.xml"/><Relationship Id="rId10" Type="http://schemas.openxmlformats.org/officeDocument/2006/relationships/tags" Target="../tags/tag157.xml"/><Relationship Id="rId19" Type="http://schemas.openxmlformats.org/officeDocument/2006/relationships/tags" Target="../tags/tag166.xml"/><Relationship Id="rId4" Type="http://schemas.openxmlformats.org/officeDocument/2006/relationships/tags" Target="../tags/tag151.xml"/><Relationship Id="rId9" Type="http://schemas.openxmlformats.org/officeDocument/2006/relationships/tags" Target="../tags/tag156.xml"/><Relationship Id="rId14" Type="http://schemas.openxmlformats.org/officeDocument/2006/relationships/tags" Target="../tags/tag161.xml"/><Relationship Id="rId22" Type="http://schemas.openxmlformats.org/officeDocument/2006/relationships/tags" Target="../tags/tag169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186.xml"/><Relationship Id="rId13" Type="http://schemas.openxmlformats.org/officeDocument/2006/relationships/tags" Target="../tags/tag191.xml"/><Relationship Id="rId3" Type="http://schemas.openxmlformats.org/officeDocument/2006/relationships/tags" Target="../tags/tag181.xml"/><Relationship Id="rId7" Type="http://schemas.openxmlformats.org/officeDocument/2006/relationships/tags" Target="../tags/tag185.xml"/><Relationship Id="rId12" Type="http://schemas.openxmlformats.org/officeDocument/2006/relationships/tags" Target="../tags/tag190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11" Type="http://schemas.openxmlformats.org/officeDocument/2006/relationships/tags" Target="../tags/tag189.xml"/><Relationship Id="rId5" Type="http://schemas.openxmlformats.org/officeDocument/2006/relationships/tags" Target="../tags/tag183.xml"/><Relationship Id="rId10" Type="http://schemas.openxmlformats.org/officeDocument/2006/relationships/tags" Target="../tags/tag188.xml"/><Relationship Id="rId4" Type="http://schemas.openxmlformats.org/officeDocument/2006/relationships/tags" Target="../tags/tag182.xml"/><Relationship Id="rId9" Type="http://schemas.openxmlformats.org/officeDocument/2006/relationships/tags" Target="../tags/tag187.xml"/><Relationship Id="rId14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199.xml"/><Relationship Id="rId3" Type="http://schemas.openxmlformats.org/officeDocument/2006/relationships/tags" Target="../tags/tag194.xml"/><Relationship Id="rId7" Type="http://schemas.openxmlformats.org/officeDocument/2006/relationships/tags" Target="../tags/tag198.xml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95.xml"/><Relationship Id="rId9" Type="http://schemas.openxmlformats.org/officeDocument/2006/relationships/tags" Target="../tags/tag200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208.xml"/><Relationship Id="rId3" Type="http://schemas.openxmlformats.org/officeDocument/2006/relationships/tags" Target="../tags/tag203.xml"/><Relationship Id="rId7" Type="http://schemas.openxmlformats.org/officeDocument/2006/relationships/tags" Target="../tags/tag207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202.xml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11" Type="http://schemas.openxmlformats.org/officeDocument/2006/relationships/tags" Target="../tags/tag211.xml"/><Relationship Id="rId5" Type="http://schemas.openxmlformats.org/officeDocument/2006/relationships/tags" Target="../tags/tag205.xml"/><Relationship Id="rId10" Type="http://schemas.openxmlformats.org/officeDocument/2006/relationships/tags" Target="../tags/tag210.xml"/><Relationship Id="rId4" Type="http://schemas.openxmlformats.org/officeDocument/2006/relationships/tags" Target="../tags/tag204.xml"/><Relationship Id="rId9" Type="http://schemas.openxmlformats.org/officeDocument/2006/relationships/tags" Target="../tags/tag209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219.xml"/><Relationship Id="rId3" Type="http://schemas.openxmlformats.org/officeDocument/2006/relationships/tags" Target="../tags/tag214.xml"/><Relationship Id="rId7" Type="http://schemas.openxmlformats.org/officeDocument/2006/relationships/tags" Target="../tags/tag218.xml"/><Relationship Id="rId2" Type="http://schemas.openxmlformats.org/officeDocument/2006/relationships/tags" Target="../tags/tag213.xml"/><Relationship Id="rId1" Type="http://schemas.openxmlformats.org/officeDocument/2006/relationships/tags" Target="../tags/tag212.xml"/><Relationship Id="rId6" Type="http://schemas.openxmlformats.org/officeDocument/2006/relationships/tags" Target="../tags/tag21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16.xml"/><Relationship Id="rId10" Type="http://schemas.openxmlformats.org/officeDocument/2006/relationships/tags" Target="../tags/tag221.xml"/><Relationship Id="rId4" Type="http://schemas.openxmlformats.org/officeDocument/2006/relationships/tags" Target="../tags/tag215.xml"/><Relationship Id="rId9" Type="http://schemas.openxmlformats.org/officeDocument/2006/relationships/tags" Target="../tags/tag220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tags" Target="../tags/tag229.xml"/><Relationship Id="rId3" Type="http://schemas.openxmlformats.org/officeDocument/2006/relationships/tags" Target="../tags/tag224.xml"/><Relationship Id="rId7" Type="http://schemas.openxmlformats.org/officeDocument/2006/relationships/tags" Target="../tags/tag228.xml"/><Relationship Id="rId2" Type="http://schemas.openxmlformats.org/officeDocument/2006/relationships/tags" Target="../tags/tag223.xml"/><Relationship Id="rId1" Type="http://schemas.openxmlformats.org/officeDocument/2006/relationships/tags" Target="../tags/tag222.xml"/><Relationship Id="rId6" Type="http://schemas.openxmlformats.org/officeDocument/2006/relationships/tags" Target="../tags/tag22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26.xml"/><Relationship Id="rId10" Type="http://schemas.openxmlformats.org/officeDocument/2006/relationships/tags" Target="../tags/tag231.xml"/><Relationship Id="rId4" Type="http://schemas.openxmlformats.org/officeDocument/2006/relationships/tags" Target="../tags/tag225.xml"/><Relationship Id="rId9" Type="http://schemas.openxmlformats.org/officeDocument/2006/relationships/tags" Target="../tags/tag230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239.xml"/><Relationship Id="rId13" Type="http://schemas.openxmlformats.org/officeDocument/2006/relationships/tags" Target="../tags/tag244.xml"/><Relationship Id="rId3" Type="http://schemas.openxmlformats.org/officeDocument/2006/relationships/tags" Target="../tags/tag234.xml"/><Relationship Id="rId7" Type="http://schemas.openxmlformats.org/officeDocument/2006/relationships/tags" Target="../tags/tag238.xml"/><Relationship Id="rId12" Type="http://schemas.openxmlformats.org/officeDocument/2006/relationships/tags" Target="../tags/tag243.xml"/><Relationship Id="rId2" Type="http://schemas.openxmlformats.org/officeDocument/2006/relationships/tags" Target="../tags/tag233.xml"/><Relationship Id="rId1" Type="http://schemas.openxmlformats.org/officeDocument/2006/relationships/tags" Target="../tags/tag232.xml"/><Relationship Id="rId6" Type="http://schemas.openxmlformats.org/officeDocument/2006/relationships/tags" Target="../tags/tag237.xml"/><Relationship Id="rId11" Type="http://schemas.openxmlformats.org/officeDocument/2006/relationships/tags" Target="../tags/tag242.xml"/><Relationship Id="rId5" Type="http://schemas.openxmlformats.org/officeDocument/2006/relationships/tags" Target="../tags/tag236.xml"/><Relationship Id="rId10" Type="http://schemas.openxmlformats.org/officeDocument/2006/relationships/tags" Target="../tags/tag241.xml"/><Relationship Id="rId4" Type="http://schemas.openxmlformats.org/officeDocument/2006/relationships/tags" Target="../tags/tag235.xml"/><Relationship Id="rId9" Type="http://schemas.openxmlformats.org/officeDocument/2006/relationships/tags" Target="../tags/tag240.xml"/><Relationship Id="rId14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252.xml"/><Relationship Id="rId3" Type="http://schemas.openxmlformats.org/officeDocument/2006/relationships/tags" Target="../tags/tag247.xml"/><Relationship Id="rId7" Type="http://schemas.openxmlformats.org/officeDocument/2006/relationships/tags" Target="../tags/tag251.xml"/><Relationship Id="rId2" Type="http://schemas.openxmlformats.org/officeDocument/2006/relationships/tags" Target="../tags/tag246.xml"/><Relationship Id="rId1" Type="http://schemas.openxmlformats.org/officeDocument/2006/relationships/tags" Target="../tags/tag245.xml"/><Relationship Id="rId6" Type="http://schemas.openxmlformats.org/officeDocument/2006/relationships/tags" Target="../tags/tag250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49.xml"/><Relationship Id="rId10" Type="http://schemas.openxmlformats.org/officeDocument/2006/relationships/tags" Target="../tags/tag254.xml"/><Relationship Id="rId4" Type="http://schemas.openxmlformats.org/officeDocument/2006/relationships/tags" Target="../tags/tag248.xml"/><Relationship Id="rId9" Type="http://schemas.openxmlformats.org/officeDocument/2006/relationships/tags" Target="../tags/tag253.xml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262.xml"/><Relationship Id="rId13" Type="http://schemas.openxmlformats.org/officeDocument/2006/relationships/tags" Target="../tags/tag267.xml"/><Relationship Id="rId18" Type="http://schemas.openxmlformats.org/officeDocument/2006/relationships/tags" Target="../tags/tag272.xml"/><Relationship Id="rId3" Type="http://schemas.openxmlformats.org/officeDocument/2006/relationships/tags" Target="../tags/tag257.xml"/><Relationship Id="rId21" Type="http://schemas.openxmlformats.org/officeDocument/2006/relationships/tags" Target="../tags/tag275.xml"/><Relationship Id="rId7" Type="http://schemas.openxmlformats.org/officeDocument/2006/relationships/tags" Target="../tags/tag261.xml"/><Relationship Id="rId12" Type="http://schemas.openxmlformats.org/officeDocument/2006/relationships/tags" Target="../tags/tag266.xml"/><Relationship Id="rId17" Type="http://schemas.openxmlformats.org/officeDocument/2006/relationships/tags" Target="../tags/tag271.xml"/><Relationship Id="rId2" Type="http://schemas.openxmlformats.org/officeDocument/2006/relationships/tags" Target="../tags/tag256.xml"/><Relationship Id="rId16" Type="http://schemas.openxmlformats.org/officeDocument/2006/relationships/tags" Target="../tags/tag270.xml"/><Relationship Id="rId20" Type="http://schemas.openxmlformats.org/officeDocument/2006/relationships/tags" Target="../tags/tag274.xml"/><Relationship Id="rId1" Type="http://schemas.openxmlformats.org/officeDocument/2006/relationships/tags" Target="../tags/tag255.xml"/><Relationship Id="rId6" Type="http://schemas.openxmlformats.org/officeDocument/2006/relationships/tags" Target="../tags/tag260.xml"/><Relationship Id="rId11" Type="http://schemas.openxmlformats.org/officeDocument/2006/relationships/tags" Target="../tags/tag265.xml"/><Relationship Id="rId5" Type="http://schemas.openxmlformats.org/officeDocument/2006/relationships/tags" Target="../tags/tag259.xml"/><Relationship Id="rId15" Type="http://schemas.openxmlformats.org/officeDocument/2006/relationships/tags" Target="../tags/tag269.xml"/><Relationship Id="rId10" Type="http://schemas.openxmlformats.org/officeDocument/2006/relationships/tags" Target="../tags/tag264.xml"/><Relationship Id="rId19" Type="http://schemas.openxmlformats.org/officeDocument/2006/relationships/tags" Target="../tags/tag273.xml"/><Relationship Id="rId4" Type="http://schemas.openxmlformats.org/officeDocument/2006/relationships/tags" Target="../tags/tag258.xml"/><Relationship Id="rId9" Type="http://schemas.openxmlformats.org/officeDocument/2006/relationships/tags" Target="../tags/tag263.xml"/><Relationship Id="rId14" Type="http://schemas.openxmlformats.org/officeDocument/2006/relationships/tags" Target="../tags/tag268.xml"/><Relationship Id="rId22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283.xml"/><Relationship Id="rId13" Type="http://schemas.openxmlformats.org/officeDocument/2006/relationships/tags" Target="../tags/tag288.xml"/><Relationship Id="rId3" Type="http://schemas.openxmlformats.org/officeDocument/2006/relationships/tags" Target="../tags/tag278.xml"/><Relationship Id="rId7" Type="http://schemas.openxmlformats.org/officeDocument/2006/relationships/tags" Target="../tags/tag282.xml"/><Relationship Id="rId12" Type="http://schemas.openxmlformats.org/officeDocument/2006/relationships/tags" Target="../tags/tag287.xml"/><Relationship Id="rId2" Type="http://schemas.openxmlformats.org/officeDocument/2006/relationships/tags" Target="../tags/tag277.xml"/><Relationship Id="rId1" Type="http://schemas.openxmlformats.org/officeDocument/2006/relationships/tags" Target="../tags/tag276.xml"/><Relationship Id="rId6" Type="http://schemas.openxmlformats.org/officeDocument/2006/relationships/tags" Target="../tags/tag281.xml"/><Relationship Id="rId11" Type="http://schemas.openxmlformats.org/officeDocument/2006/relationships/tags" Target="../tags/tag286.xml"/><Relationship Id="rId5" Type="http://schemas.openxmlformats.org/officeDocument/2006/relationships/tags" Target="../tags/tag280.xml"/><Relationship Id="rId10" Type="http://schemas.openxmlformats.org/officeDocument/2006/relationships/tags" Target="../tags/tag285.xml"/><Relationship Id="rId4" Type="http://schemas.openxmlformats.org/officeDocument/2006/relationships/tags" Target="../tags/tag279.xml"/><Relationship Id="rId9" Type="http://schemas.openxmlformats.org/officeDocument/2006/relationships/tags" Target="../tags/tag284.xml"/><Relationship Id="rId14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tags" Target="../tags/tag296.xml"/><Relationship Id="rId3" Type="http://schemas.openxmlformats.org/officeDocument/2006/relationships/tags" Target="../tags/tag291.xml"/><Relationship Id="rId7" Type="http://schemas.openxmlformats.org/officeDocument/2006/relationships/tags" Target="../tags/tag295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290.xml"/><Relationship Id="rId1" Type="http://schemas.openxmlformats.org/officeDocument/2006/relationships/tags" Target="../tags/tag289.xml"/><Relationship Id="rId6" Type="http://schemas.openxmlformats.org/officeDocument/2006/relationships/tags" Target="../tags/tag294.xml"/><Relationship Id="rId11" Type="http://schemas.openxmlformats.org/officeDocument/2006/relationships/tags" Target="../tags/tag299.xml"/><Relationship Id="rId5" Type="http://schemas.openxmlformats.org/officeDocument/2006/relationships/tags" Target="../tags/tag293.xml"/><Relationship Id="rId10" Type="http://schemas.openxmlformats.org/officeDocument/2006/relationships/tags" Target="../tags/tag298.xml"/><Relationship Id="rId4" Type="http://schemas.openxmlformats.org/officeDocument/2006/relationships/tags" Target="../tags/tag292.xml"/><Relationship Id="rId9" Type="http://schemas.openxmlformats.org/officeDocument/2006/relationships/tags" Target="../tags/tag297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307.xml"/><Relationship Id="rId13" Type="http://schemas.openxmlformats.org/officeDocument/2006/relationships/tags" Target="../tags/tag312.xml"/><Relationship Id="rId3" Type="http://schemas.openxmlformats.org/officeDocument/2006/relationships/tags" Target="../tags/tag302.xml"/><Relationship Id="rId7" Type="http://schemas.openxmlformats.org/officeDocument/2006/relationships/tags" Target="../tags/tag306.xml"/><Relationship Id="rId12" Type="http://schemas.openxmlformats.org/officeDocument/2006/relationships/tags" Target="../tags/tag311.xml"/><Relationship Id="rId2" Type="http://schemas.openxmlformats.org/officeDocument/2006/relationships/tags" Target="../tags/tag301.xml"/><Relationship Id="rId1" Type="http://schemas.openxmlformats.org/officeDocument/2006/relationships/tags" Target="../tags/tag300.xml"/><Relationship Id="rId6" Type="http://schemas.openxmlformats.org/officeDocument/2006/relationships/tags" Target="../tags/tag305.xml"/><Relationship Id="rId11" Type="http://schemas.openxmlformats.org/officeDocument/2006/relationships/tags" Target="../tags/tag310.xml"/><Relationship Id="rId5" Type="http://schemas.openxmlformats.org/officeDocument/2006/relationships/tags" Target="../tags/tag304.xml"/><Relationship Id="rId10" Type="http://schemas.openxmlformats.org/officeDocument/2006/relationships/tags" Target="../tags/tag309.xml"/><Relationship Id="rId4" Type="http://schemas.openxmlformats.org/officeDocument/2006/relationships/tags" Target="../tags/tag303.xml"/><Relationship Id="rId9" Type="http://schemas.openxmlformats.org/officeDocument/2006/relationships/tags" Target="../tags/tag308.xml"/><Relationship Id="rId14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tags" Target="../tags/tag320.xml"/><Relationship Id="rId3" Type="http://schemas.openxmlformats.org/officeDocument/2006/relationships/tags" Target="../tags/tag315.xml"/><Relationship Id="rId7" Type="http://schemas.openxmlformats.org/officeDocument/2006/relationships/tags" Target="../tags/tag319.xml"/><Relationship Id="rId2" Type="http://schemas.openxmlformats.org/officeDocument/2006/relationships/tags" Target="../tags/tag314.xml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5" Type="http://schemas.openxmlformats.org/officeDocument/2006/relationships/tags" Target="../tags/tag31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316.xml"/><Relationship Id="rId9" Type="http://schemas.openxmlformats.org/officeDocument/2006/relationships/tags" Target="../tags/tag321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tags" Target="../tags/tag329.xml"/><Relationship Id="rId3" Type="http://schemas.openxmlformats.org/officeDocument/2006/relationships/tags" Target="../tags/tag324.xml"/><Relationship Id="rId7" Type="http://schemas.openxmlformats.org/officeDocument/2006/relationships/tags" Target="../tags/tag328.xml"/><Relationship Id="rId2" Type="http://schemas.openxmlformats.org/officeDocument/2006/relationships/tags" Target="../tags/tag323.xml"/><Relationship Id="rId1" Type="http://schemas.openxmlformats.org/officeDocument/2006/relationships/tags" Target="../tags/tag322.xml"/><Relationship Id="rId6" Type="http://schemas.openxmlformats.org/officeDocument/2006/relationships/tags" Target="../tags/tag32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26.xml"/><Relationship Id="rId10" Type="http://schemas.openxmlformats.org/officeDocument/2006/relationships/tags" Target="../tags/tag331.xml"/><Relationship Id="rId4" Type="http://schemas.openxmlformats.org/officeDocument/2006/relationships/tags" Target="../tags/tag325.xml"/><Relationship Id="rId9" Type="http://schemas.openxmlformats.org/officeDocument/2006/relationships/tags" Target="../tags/tag330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339.xml"/><Relationship Id="rId3" Type="http://schemas.openxmlformats.org/officeDocument/2006/relationships/tags" Target="../tags/tag334.xml"/><Relationship Id="rId7" Type="http://schemas.openxmlformats.org/officeDocument/2006/relationships/tags" Target="../tags/tag338.xml"/><Relationship Id="rId2" Type="http://schemas.openxmlformats.org/officeDocument/2006/relationships/tags" Target="../tags/tag333.xml"/><Relationship Id="rId1" Type="http://schemas.openxmlformats.org/officeDocument/2006/relationships/tags" Target="../tags/tag332.xml"/><Relationship Id="rId6" Type="http://schemas.openxmlformats.org/officeDocument/2006/relationships/tags" Target="../tags/tag33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36.xml"/><Relationship Id="rId10" Type="http://schemas.openxmlformats.org/officeDocument/2006/relationships/tags" Target="../tags/tag341.xml"/><Relationship Id="rId4" Type="http://schemas.openxmlformats.org/officeDocument/2006/relationships/tags" Target="../tags/tag335.xml"/><Relationship Id="rId9" Type="http://schemas.openxmlformats.org/officeDocument/2006/relationships/tags" Target="../tags/tag340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tags" Target="../tags/tag349.xml"/><Relationship Id="rId13" Type="http://schemas.openxmlformats.org/officeDocument/2006/relationships/tags" Target="../tags/tag354.xml"/><Relationship Id="rId3" Type="http://schemas.openxmlformats.org/officeDocument/2006/relationships/tags" Target="../tags/tag344.xml"/><Relationship Id="rId7" Type="http://schemas.openxmlformats.org/officeDocument/2006/relationships/tags" Target="../tags/tag348.xml"/><Relationship Id="rId12" Type="http://schemas.openxmlformats.org/officeDocument/2006/relationships/tags" Target="../tags/tag353.xml"/><Relationship Id="rId2" Type="http://schemas.openxmlformats.org/officeDocument/2006/relationships/tags" Target="../tags/tag343.xml"/><Relationship Id="rId1" Type="http://schemas.openxmlformats.org/officeDocument/2006/relationships/tags" Target="../tags/tag342.xml"/><Relationship Id="rId6" Type="http://schemas.openxmlformats.org/officeDocument/2006/relationships/tags" Target="../tags/tag347.xml"/><Relationship Id="rId11" Type="http://schemas.openxmlformats.org/officeDocument/2006/relationships/tags" Target="../tags/tag352.xml"/><Relationship Id="rId5" Type="http://schemas.openxmlformats.org/officeDocument/2006/relationships/tags" Target="../tags/tag346.xml"/><Relationship Id="rId10" Type="http://schemas.openxmlformats.org/officeDocument/2006/relationships/tags" Target="../tags/tag351.xml"/><Relationship Id="rId4" Type="http://schemas.openxmlformats.org/officeDocument/2006/relationships/tags" Target="../tags/tag345.xml"/><Relationship Id="rId9" Type="http://schemas.openxmlformats.org/officeDocument/2006/relationships/tags" Target="../tags/tag350.xml"/><Relationship Id="rId14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357.xml"/><Relationship Id="rId7" Type="http://schemas.openxmlformats.org/officeDocument/2006/relationships/tags" Target="../tags/tag361.xml"/><Relationship Id="rId2" Type="http://schemas.openxmlformats.org/officeDocument/2006/relationships/tags" Target="../tags/tag356.xml"/><Relationship Id="rId1" Type="http://schemas.openxmlformats.org/officeDocument/2006/relationships/tags" Target="../tags/tag355.xml"/><Relationship Id="rId6" Type="http://schemas.openxmlformats.org/officeDocument/2006/relationships/tags" Target="../tags/tag360.xml"/><Relationship Id="rId5" Type="http://schemas.openxmlformats.org/officeDocument/2006/relationships/tags" Target="../tags/tag359.xml"/><Relationship Id="rId4" Type="http://schemas.openxmlformats.org/officeDocument/2006/relationships/tags" Target="../tags/tag358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3.xml"/><Relationship Id="rId1" Type="http://schemas.openxmlformats.org/officeDocument/2006/relationships/tags" Target="../tags/tag36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66.xml"/><Relationship Id="rId1" Type="http://schemas.openxmlformats.org/officeDocument/2006/relationships/tags" Target="../tags/tag36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tags" Target="../tags/tag369.xml"/><Relationship Id="rId2" Type="http://schemas.openxmlformats.org/officeDocument/2006/relationships/tags" Target="../tags/tag368.xml"/><Relationship Id="rId1" Type="http://schemas.openxmlformats.org/officeDocument/2006/relationships/tags" Target="../tags/tag367.xml"/><Relationship Id="rId4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tags" Target="../tags/tag372.xml"/><Relationship Id="rId2" Type="http://schemas.openxmlformats.org/officeDocument/2006/relationships/tags" Target="../tags/tag371.xml"/><Relationship Id="rId1" Type="http://schemas.openxmlformats.org/officeDocument/2006/relationships/tags" Target="../tags/tag370.xml"/><Relationship Id="rId4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74.xml"/><Relationship Id="rId1" Type="http://schemas.openxmlformats.org/officeDocument/2006/relationships/tags" Target="../tags/tag37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2026/7/5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1"/>
            </p:custDataLst>
          </p:nvPr>
        </p:nvSpPr>
        <p:spPr>
          <a:xfrm>
            <a:off x="5486400" y="32004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9" name="装饰  8"/>
          <p:cNvSpPr>
            <a:spLocks noGrp="1"/>
          </p:cNvSpPr>
          <p:nvPr>
            <p:ph type="body" idx="16389" hasCustomPrompt="1"/>
            <p:custDataLst>
              <p:tags r:id="rId2"/>
            </p:custDataLst>
          </p:nvPr>
        </p:nvSpPr>
        <p:spPr>
          <a:xfrm>
            <a:off x="5130800" y="30226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3"/>
            </p:custDataLst>
          </p:nvPr>
        </p:nvSpPr>
        <p:spPr>
          <a:xfrm>
            <a:off x="4083050" y="31242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4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1"/>
            </p:custDataLst>
          </p:nvPr>
        </p:nvSpPr>
        <p:spPr>
          <a:xfrm>
            <a:off x="5486400" y="38608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2"/>
            </p:custDataLst>
          </p:nvPr>
        </p:nvSpPr>
        <p:spPr>
          <a:xfrm>
            <a:off x="5130800" y="36830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4083050" y="3784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02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5486400" y="25400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9" name="装饰  8"/>
          <p:cNvSpPr>
            <a:spLocks noGrp="1"/>
          </p:cNvSpPr>
          <p:nvPr>
            <p:ph type="body" idx="16391" hasCustomPrompt="1"/>
            <p:custDataLst>
              <p:tags r:id="rId5"/>
            </p:custDataLst>
          </p:nvPr>
        </p:nvSpPr>
        <p:spPr>
          <a:xfrm>
            <a:off x="5130800" y="23622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083050" y="24638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7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8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"/>
            </p:custDataLst>
          </p:nvPr>
        </p:nvSpPr>
        <p:spPr>
          <a:xfrm>
            <a:off x="5486400" y="45212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2"/>
            </p:custDataLst>
          </p:nvPr>
        </p:nvSpPr>
        <p:spPr>
          <a:xfrm>
            <a:off x="5130800" y="43434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4083050" y="4445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03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4"/>
            </p:custDataLst>
          </p:nvPr>
        </p:nvSpPr>
        <p:spPr>
          <a:xfrm>
            <a:off x="5486400" y="32004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5"/>
            </p:custDataLst>
          </p:nvPr>
        </p:nvSpPr>
        <p:spPr>
          <a:xfrm>
            <a:off x="5130800" y="30226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4083050" y="31242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02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5486400" y="18796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8"/>
            </p:custDataLst>
          </p:nvPr>
        </p:nvSpPr>
        <p:spPr>
          <a:xfrm>
            <a:off x="5130800" y="17018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083050" y="1803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10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11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"/>
            </p:custDataLst>
          </p:nvPr>
        </p:nvSpPr>
        <p:spPr>
          <a:xfrm>
            <a:off x="5486400" y="51816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8" name="装饰  7"/>
          <p:cNvSpPr>
            <a:spLocks noGrp="1"/>
          </p:cNvSpPr>
          <p:nvPr>
            <p:ph type="body" idx="16398" hasCustomPrompt="1"/>
            <p:custDataLst>
              <p:tags r:id="rId2"/>
            </p:custDataLst>
          </p:nvPr>
        </p:nvSpPr>
        <p:spPr>
          <a:xfrm>
            <a:off x="5130800" y="50038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>
          <a:xfrm>
            <a:off x="4083050" y="5105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04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5486400" y="38608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5"/>
            </p:custDataLst>
          </p:nvPr>
        </p:nvSpPr>
        <p:spPr>
          <a:xfrm>
            <a:off x="5130800" y="36830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4083050" y="3784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03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5486400" y="25400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6" hasCustomPrompt="1"/>
            <p:custDataLst>
              <p:tags r:id="rId8"/>
            </p:custDataLst>
          </p:nvPr>
        </p:nvSpPr>
        <p:spPr>
          <a:xfrm>
            <a:off x="5130800" y="23622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4083050" y="24638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02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5486400" y="12192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9" name="装饰  8"/>
          <p:cNvSpPr>
            <a:spLocks noGrp="1"/>
          </p:cNvSpPr>
          <p:nvPr>
            <p:ph type="body" idx="16395" hasCustomPrompt="1"/>
            <p:custDataLst>
              <p:tags r:id="rId11"/>
            </p:custDataLst>
          </p:nvPr>
        </p:nvSpPr>
        <p:spPr>
          <a:xfrm>
            <a:off x="5130800" y="10414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083050" y="1143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1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14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1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9" name="装饰  8"/>
          <p:cNvSpPr>
            <a:spLocks noGrp="1"/>
          </p:cNvSpPr>
          <p:nvPr>
            <p:ph type="body" idx="16389" hasCustomPrompt="1"/>
            <p:custDataLst>
              <p:tags r:id="rId2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1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2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02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9" name="装饰  8"/>
          <p:cNvSpPr>
            <a:spLocks noGrp="1"/>
          </p:cNvSpPr>
          <p:nvPr>
            <p:ph type="body" idx="16391" hasCustomPrompt="1"/>
            <p:custDataLst>
              <p:tags r:id="rId5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7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8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2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03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4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5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02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10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11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8" name="装饰  7"/>
          <p:cNvSpPr>
            <a:spLocks noGrp="1"/>
          </p:cNvSpPr>
          <p:nvPr>
            <p:ph type="body" idx="16398" hasCustomPrompt="1"/>
            <p:custDataLst>
              <p:tags r:id="rId2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04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5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03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6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02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9" name="装饰  8"/>
          <p:cNvSpPr>
            <a:spLocks noGrp="1"/>
          </p:cNvSpPr>
          <p:nvPr>
            <p:ph type="body" idx="16395" hasCustomPrompt="1"/>
            <p:custDataLst>
              <p:tags r:id="rId11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14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1" name="装饰  0"/>
          <p:cNvSpPr>
            <a:spLocks noGrp="1"/>
          </p:cNvSpPr>
          <p:nvPr>
            <p:ph type="body" idx="16401" hasCustomPrompt="1"/>
            <p:custDataLst>
              <p:tags r:id="rId2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6" hasCustomPrompt="1"/>
            <p:custDataLst>
              <p:tags r:id="rId3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05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8" name="装饰  7"/>
          <p:cNvSpPr>
            <a:spLocks noGrp="1"/>
          </p:cNvSpPr>
          <p:nvPr>
            <p:ph type="body" idx="16400" hasCustomPrompt="1"/>
            <p:custDataLst>
              <p:tags r:id="rId5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04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装饰  4"/>
          <p:cNvSpPr>
            <a:spLocks noGrp="1"/>
          </p:cNvSpPr>
          <p:nvPr>
            <p:ph type="body" idx="16399" hasCustomPrompt="1"/>
            <p:custDataLst>
              <p:tags r:id="rId8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03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02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13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9" name="装饰  8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15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1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17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占位符 24"/>
          <p:cNvSpPr>
            <a:spLocks noGrp="1"/>
          </p:cNvSpPr>
          <p:nvPr>
            <p:ph type="body" idx="16397" hasCustomPrompt="1"/>
            <p:custDataLst>
              <p:tags r:id="rId1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4" name="装饰  3"/>
          <p:cNvSpPr>
            <a:spLocks noGrp="1"/>
          </p:cNvSpPr>
          <p:nvPr>
            <p:ph type="body" idx="16404" hasCustomPrompt="1"/>
            <p:custDataLst>
              <p:tags r:id="rId2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idx="16398" hasCustomPrompt="1"/>
            <p:custDataLst>
              <p:tags r:id="rId3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06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4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1" name="装饰  0"/>
          <p:cNvSpPr>
            <a:spLocks noGrp="1"/>
          </p:cNvSpPr>
          <p:nvPr>
            <p:ph type="body" idx="16403" hasCustomPrompt="1"/>
            <p:custDataLst>
              <p:tags r:id="rId5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6" hasCustomPrompt="1"/>
            <p:custDataLst>
              <p:tags r:id="rId6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05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8" name="装饰  7"/>
          <p:cNvSpPr>
            <a:spLocks noGrp="1"/>
          </p:cNvSpPr>
          <p:nvPr>
            <p:ph type="body" idx="16402" hasCustomPrompt="1"/>
            <p:custDataLst>
              <p:tags r:id="rId8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04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装饰  4"/>
          <p:cNvSpPr>
            <a:spLocks noGrp="1"/>
          </p:cNvSpPr>
          <p:nvPr>
            <p:ph type="body" idx="16401" hasCustomPrompt="1"/>
            <p:custDataLst>
              <p:tags r:id="rId11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03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15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02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9" name="装饰  8"/>
          <p:cNvSpPr>
            <a:spLocks noGrp="1"/>
          </p:cNvSpPr>
          <p:nvPr>
            <p:ph type="body" idx="16399" hasCustomPrompt="1"/>
            <p:custDataLst>
              <p:tags r:id="rId17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18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19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0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_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9" hasCustomPrompt="1"/>
            <p:custDataLst>
              <p:tags r:id="rId1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8" hasCustomPrompt="1"/>
            <p:custDataLst>
              <p:tags r:id="rId3"/>
            </p:custDataLst>
          </p:nvPr>
        </p:nvSpPr>
        <p:spPr>
          <a:xfrm>
            <a:off x="787400" y="21590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1574800" y="1828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1574800" y="2286000"/>
            <a:ext cx="4292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401" hasCustomPrompt="1"/>
            <p:custDataLst>
              <p:tags r:id="rId6"/>
            </p:custDataLst>
          </p:nvPr>
        </p:nvSpPr>
        <p:spPr>
          <a:xfrm>
            <a:off x="6324600" y="19812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图片占位符 16"/>
          <p:cNvSpPr>
            <a:spLocks noGrp="1"/>
          </p:cNvSpPr>
          <p:nvPr>
            <p:ph type="pic" idx="16400" hasCustomPrompt="1"/>
            <p:custDataLst>
              <p:tags r:id="rId7"/>
            </p:custDataLst>
          </p:nvPr>
        </p:nvSpPr>
        <p:spPr>
          <a:xfrm>
            <a:off x="6502400" y="21590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289800" y="1828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289800" y="2286000"/>
            <a:ext cx="4292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20" name="装饰  9"/>
          <p:cNvSpPr>
            <a:spLocks noGrp="1"/>
          </p:cNvSpPr>
          <p:nvPr>
            <p:ph type="body" idx="16403" hasCustomPrompt="1"/>
            <p:custDataLst>
              <p:tags r:id="rId10"/>
            </p:custDataLst>
          </p:nvPr>
        </p:nvSpPr>
        <p:spPr>
          <a:xfrm>
            <a:off x="609600" y="35052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1" name="图片占位符 20"/>
          <p:cNvSpPr>
            <a:spLocks noGrp="1"/>
          </p:cNvSpPr>
          <p:nvPr>
            <p:ph type="pic" idx="16402" hasCustomPrompt="1"/>
            <p:custDataLst>
              <p:tags r:id="rId11"/>
            </p:custDataLst>
          </p:nvPr>
        </p:nvSpPr>
        <p:spPr>
          <a:xfrm>
            <a:off x="787400" y="36830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1574800" y="3352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1574800" y="3810000"/>
            <a:ext cx="4292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24" name="装饰  3"/>
          <p:cNvSpPr>
            <a:spLocks noGrp="1"/>
          </p:cNvSpPr>
          <p:nvPr>
            <p:ph type="body" idx="16405" hasCustomPrompt="1"/>
            <p:custDataLst>
              <p:tags r:id="rId14"/>
            </p:custDataLst>
          </p:nvPr>
        </p:nvSpPr>
        <p:spPr>
          <a:xfrm>
            <a:off x="6324600" y="35052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5" name="图片占位符 24"/>
          <p:cNvSpPr>
            <a:spLocks noGrp="1"/>
          </p:cNvSpPr>
          <p:nvPr>
            <p:ph type="pic" idx="16404" hasCustomPrompt="1"/>
            <p:custDataLst>
              <p:tags r:id="rId15"/>
            </p:custDataLst>
          </p:nvPr>
        </p:nvSpPr>
        <p:spPr>
          <a:xfrm>
            <a:off x="6502400" y="36830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7289800" y="3352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7289800" y="3810000"/>
            <a:ext cx="4292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28" name="装饰  7"/>
          <p:cNvSpPr>
            <a:spLocks noGrp="1"/>
          </p:cNvSpPr>
          <p:nvPr>
            <p:ph type="body" idx="16407" hasCustomPrompt="1"/>
            <p:custDataLst>
              <p:tags r:id="rId18"/>
            </p:custDataLst>
          </p:nvPr>
        </p:nvSpPr>
        <p:spPr>
          <a:xfrm>
            <a:off x="609600" y="50292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9" name="图片占位符 28"/>
          <p:cNvSpPr>
            <a:spLocks noGrp="1"/>
          </p:cNvSpPr>
          <p:nvPr>
            <p:ph type="pic" idx="16406" hasCustomPrompt="1"/>
            <p:custDataLst>
              <p:tags r:id="rId19"/>
            </p:custDataLst>
          </p:nvPr>
        </p:nvSpPr>
        <p:spPr>
          <a:xfrm>
            <a:off x="787400" y="52070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30" name="文本占位符 29"/>
          <p:cNvSpPr>
            <a:spLocks noGrp="1"/>
          </p:cNvSpPr>
          <p:nvPr>
            <p:ph type="body" idx="16394" hasCustomPrompt="1"/>
            <p:custDataLst>
              <p:tags r:id="rId20"/>
            </p:custDataLst>
          </p:nvPr>
        </p:nvSpPr>
        <p:spPr>
          <a:xfrm>
            <a:off x="1574800" y="4876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31" name="文本占位符 30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1574800" y="5334000"/>
            <a:ext cx="4292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32" name="装饰  1"/>
          <p:cNvSpPr>
            <a:spLocks noGrp="1"/>
          </p:cNvSpPr>
          <p:nvPr>
            <p:ph type="body" idx="16409" hasCustomPrompt="1"/>
            <p:custDataLst>
              <p:tags r:id="rId22"/>
            </p:custDataLst>
          </p:nvPr>
        </p:nvSpPr>
        <p:spPr>
          <a:xfrm>
            <a:off x="6324600" y="50292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33" name="图片占位符 32"/>
          <p:cNvSpPr>
            <a:spLocks noGrp="1"/>
          </p:cNvSpPr>
          <p:nvPr>
            <p:ph type="pic" idx="16408" hasCustomPrompt="1"/>
            <p:custDataLst>
              <p:tags r:id="rId23"/>
            </p:custDataLst>
          </p:nvPr>
        </p:nvSpPr>
        <p:spPr>
          <a:xfrm>
            <a:off x="6502400" y="52070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34" name="文本占位符 33"/>
          <p:cNvSpPr>
            <a:spLocks noGrp="1"/>
          </p:cNvSpPr>
          <p:nvPr>
            <p:ph type="body" idx="16396" hasCustomPrompt="1"/>
            <p:custDataLst>
              <p:tags r:id="rId24"/>
            </p:custDataLst>
          </p:nvPr>
        </p:nvSpPr>
        <p:spPr>
          <a:xfrm>
            <a:off x="7289800" y="4876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35" name="文本占位符 34"/>
          <p:cNvSpPr>
            <a:spLocks noGrp="1"/>
          </p:cNvSpPr>
          <p:nvPr>
            <p:ph type="body" idx="16397" hasCustomPrompt="1"/>
            <p:custDataLst>
              <p:tags r:id="rId25"/>
            </p:custDataLst>
          </p:nvPr>
        </p:nvSpPr>
        <p:spPr>
          <a:xfrm>
            <a:off x="7289800" y="5334000"/>
            <a:ext cx="4292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1"/>
            </p:custDataLst>
          </p:nvPr>
        </p:nvSpPr>
        <p:spPr>
          <a:xfrm>
            <a:off x="609600" y="1524000"/>
            <a:ext cx="10972800" cy="1879600"/>
          </a:xfrm>
          <a:custGeom>
            <a:avLst/>
            <a:gdLst>
              <a:gd name="connisteX0" fmla="*/ 0 w 10972800"/>
              <a:gd name="connsiteY0" fmla="*/ 203200 h 1879600"/>
              <a:gd name="connisteX1" fmla="*/ 203200 w 10972800"/>
              <a:gd name="connsiteY1" fmla="*/ 0 h 1879600"/>
              <a:gd name="connisteX2" fmla="*/ 10769600 w 10972800"/>
              <a:gd name="connsiteY2" fmla="*/ 0 h 1879600"/>
              <a:gd name="connisteX3" fmla="*/ 10972800 w 10972800"/>
              <a:gd name="connsiteY3" fmla="*/ 203200 h 1879600"/>
              <a:gd name="connisteX4" fmla="*/ 10972800 w 10972800"/>
              <a:gd name="connsiteY4" fmla="*/ 1676400 h 1879600"/>
              <a:gd name="connisteX5" fmla="*/ 10769600 w 10972800"/>
              <a:gd name="connsiteY5" fmla="*/ 1879600 h 1879600"/>
              <a:gd name="connisteX6" fmla="*/ 203200 w 10972800"/>
              <a:gd name="connsiteY6" fmla="*/ 1879600 h 1879600"/>
              <a:gd name="connisteX7" fmla="*/ 0 w 10972800"/>
              <a:gd name="connsiteY7" fmla="*/ 1676400 h 1879600"/>
              <a:gd name="connisteX8" fmla="*/ 0 w 10972800"/>
              <a:gd name="connsiteY8" fmla="*/ 203200 h 187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187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676400"/>
                </a:lnTo>
                <a:cubicBezTo>
                  <a:pt x="10972800" y="1788624"/>
                  <a:pt x="10881824" y="1879600"/>
                  <a:pt x="10769600" y="1879600"/>
                </a:cubicBezTo>
                <a:lnTo>
                  <a:pt x="203200" y="1879600"/>
                </a:lnTo>
                <a:cubicBezTo>
                  <a:pt x="90976" y="1879600"/>
                  <a:pt x="0" y="1788624"/>
                  <a:pt x="0" y="167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38608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4419600"/>
            <a:ext cx="5181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6400800" y="38608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6400800" y="4419600"/>
            <a:ext cx="5181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1"/>
            </p:custDataLst>
          </p:nvPr>
        </p:nvSpPr>
        <p:spPr>
          <a:xfrm>
            <a:off x="609600" y="18796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3"/>
            </p:custDataLst>
          </p:nvPr>
        </p:nvSpPr>
        <p:spPr>
          <a:xfrm>
            <a:off x="609600" y="24384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419600" y="18796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5"/>
            </p:custDataLst>
          </p:nvPr>
        </p:nvSpPr>
        <p:spPr>
          <a:xfrm>
            <a:off x="4419600" y="24384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8229600" y="18796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8229600" y="24384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8"/>
            </p:custDataLst>
          </p:nvPr>
        </p:nvSpPr>
        <p:spPr>
          <a:xfrm>
            <a:off x="60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9"/>
            </p:custDataLst>
          </p:nvPr>
        </p:nvSpPr>
        <p:spPr>
          <a:xfrm>
            <a:off x="609600" y="46736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1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5" hasCustomPrompt="1"/>
            <p:custDataLst>
              <p:tags r:id="rId11"/>
            </p:custDataLst>
          </p:nvPr>
        </p:nvSpPr>
        <p:spPr>
          <a:xfrm>
            <a:off x="4419600" y="46736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6" hasCustomPrompt="1"/>
            <p:custDataLst>
              <p:tags r:id="rId12"/>
            </p:custDataLst>
          </p:nvPr>
        </p:nvSpPr>
        <p:spPr>
          <a:xfrm>
            <a:off x="822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8229600" y="46736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1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3"/>
            </p:custDataLst>
          </p:nvPr>
        </p:nvSpPr>
        <p:spPr>
          <a:xfrm>
            <a:off x="25146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1016000" y="37846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1016000" y="4343400"/>
            <a:ext cx="452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81534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654800" y="37846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654800" y="4343400"/>
            <a:ext cx="452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1"/>
            </p:custDataLst>
          </p:nvPr>
        </p:nvSpPr>
        <p:spPr>
          <a:xfrm>
            <a:off x="609600" y="37084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3"/>
            </p:custDataLst>
          </p:nvPr>
        </p:nvSpPr>
        <p:spPr>
          <a:xfrm>
            <a:off x="6096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7620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762000" y="20320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44704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228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22800" y="20320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9"/>
            </p:custDataLst>
          </p:nvPr>
        </p:nvSpPr>
        <p:spPr>
          <a:xfrm>
            <a:off x="83312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4836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83600" y="20320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1"/>
            </p:custDataLst>
          </p:nvPr>
        </p:nvSpPr>
        <p:spPr>
          <a:xfrm>
            <a:off x="609600" y="193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24892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144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368800" y="193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24892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6736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8128000" y="193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装饰  8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24892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84328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2" hasCustomPrompt="1"/>
            <p:custDataLst>
              <p:tags r:id="rId1"/>
            </p:custDataLst>
          </p:nvPr>
        </p:nvSpPr>
        <p:spPr>
          <a:xfrm>
            <a:off x="609600" y="1600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2082800" y="16510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2082800" y="21590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6393" hasCustomPrompt="1"/>
            <p:custDataLst>
              <p:tags r:id="rId5"/>
            </p:custDataLst>
          </p:nvPr>
        </p:nvSpPr>
        <p:spPr>
          <a:xfrm>
            <a:off x="609600" y="32766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2082800" y="33274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2082800" y="38354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8" name="图片占位符 17"/>
          <p:cNvSpPr>
            <a:spLocks noGrp="1"/>
          </p:cNvSpPr>
          <p:nvPr>
            <p:ph type="pic" idx="16394" hasCustomPrompt="1"/>
            <p:custDataLst>
              <p:tags r:id="rId8"/>
            </p:custDataLst>
          </p:nvPr>
        </p:nvSpPr>
        <p:spPr>
          <a:xfrm>
            <a:off x="609600" y="49530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2082800" y="50038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2082800" y="55118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1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914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3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1574800" y="18288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1574800" y="22860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6"/>
            </p:custDataLst>
          </p:nvPr>
        </p:nvSpPr>
        <p:spPr>
          <a:xfrm>
            <a:off x="609600" y="36576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781050" y="38608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1574800" y="35052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1574800" y="39624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>
          <a:xfrm>
            <a:off x="609600" y="5334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781050" y="5537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03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1574800" y="51816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3"/>
            </p:custDataLst>
          </p:nvPr>
        </p:nvSpPr>
        <p:spPr>
          <a:xfrm>
            <a:off x="1574800" y="56388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1"/>
            </p:custDataLst>
          </p:nvPr>
        </p:nvSpPr>
        <p:spPr>
          <a:xfrm>
            <a:off x="609600" y="1727200"/>
            <a:ext cx="3454400" cy="4318000"/>
          </a:xfrm>
          <a:custGeom>
            <a:avLst/>
            <a:gdLst>
              <a:gd name="connisteX0" fmla="*/ 0 w 3454400"/>
              <a:gd name="connsiteY0" fmla="*/ 203200 h 4318000"/>
              <a:gd name="connisteX1" fmla="*/ 203200 w 3454400"/>
              <a:gd name="connsiteY1" fmla="*/ 0 h 4318000"/>
              <a:gd name="connisteX2" fmla="*/ 3251200 w 3454400"/>
              <a:gd name="connsiteY2" fmla="*/ 0 h 4318000"/>
              <a:gd name="connisteX3" fmla="*/ 3454400 w 3454400"/>
              <a:gd name="connsiteY3" fmla="*/ 203200 h 4318000"/>
              <a:gd name="connisteX4" fmla="*/ 3454400 w 3454400"/>
              <a:gd name="connsiteY4" fmla="*/ 4114800 h 4318000"/>
              <a:gd name="connisteX5" fmla="*/ 3251200 w 3454400"/>
              <a:gd name="connsiteY5" fmla="*/ 4318000 h 4318000"/>
              <a:gd name="connisteX6" fmla="*/ 203200 w 3454400"/>
              <a:gd name="connsiteY6" fmla="*/ 4318000 h 4318000"/>
              <a:gd name="connisteX7" fmla="*/ 0 w 3454400"/>
              <a:gd name="connsiteY7" fmla="*/ 4114800 h 4318000"/>
              <a:gd name="connisteX8" fmla="*/ 0 w 34544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114800"/>
                </a:lnTo>
                <a:cubicBezTo>
                  <a:pt x="3454400" y="4227024"/>
                  <a:pt x="3363424" y="4318000"/>
                  <a:pt x="32512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914400" y="238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144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装饰  4"/>
          <p:cNvSpPr>
            <a:spLocks noGrp="1"/>
          </p:cNvSpPr>
          <p:nvPr>
            <p:ph type="body" idx="16393" hasCustomPrompt="1"/>
            <p:custDataLst>
              <p:tags r:id="rId5"/>
            </p:custDataLst>
          </p:nvPr>
        </p:nvSpPr>
        <p:spPr>
          <a:xfrm>
            <a:off x="4368800" y="1727200"/>
            <a:ext cx="3454400" cy="4318000"/>
          </a:xfrm>
          <a:custGeom>
            <a:avLst/>
            <a:gdLst>
              <a:gd name="connisteX0" fmla="*/ 0 w 3454400"/>
              <a:gd name="connsiteY0" fmla="*/ 203200 h 4318000"/>
              <a:gd name="connisteX1" fmla="*/ 203200 w 3454400"/>
              <a:gd name="connsiteY1" fmla="*/ 0 h 4318000"/>
              <a:gd name="connisteX2" fmla="*/ 3251200 w 3454400"/>
              <a:gd name="connsiteY2" fmla="*/ 0 h 4318000"/>
              <a:gd name="connisteX3" fmla="*/ 3454400 w 3454400"/>
              <a:gd name="connsiteY3" fmla="*/ 203200 h 4318000"/>
              <a:gd name="connisteX4" fmla="*/ 3454400 w 3454400"/>
              <a:gd name="connsiteY4" fmla="*/ 4114800 h 4318000"/>
              <a:gd name="connisteX5" fmla="*/ 3251200 w 3454400"/>
              <a:gd name="connsiteY5" fmla="*/ 4318000 h 4318000"/>
              <a:gd name="connisteX6" fmla="*/ 203200 w 3454400"/>
              <a:gd name="connsiteY6" fmla="*/ 4318000 h 4318000"/>
              <a:gd name="connisteX7" fmla="*/ 0 w 3454400"/>
              <a:gd name="connsiteY7" fmla="*/ 4114800 h 4318000"/>
              <a:gd name="connisteX8" fmla="*/ 0 w 34544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114800"/>
                </a:lnTo>
                <a:cubicBezTo>
                  <a:pt x="3454400" y="4227024"/>
                  <a:pt x="3363424" y="4318000"/>
                  <a:pt x="32512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673600" y="238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6736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8" name="装饰  7"/>
          <p:cNvSpPr>
            <a:spLocks noGrp="1"/>
          </p:cNvSpPr>
          <p:nvPr>
            <p:ph type="body" idx="16394" hasCustomPrompt="1"/>
            <p:custDataLst>
              <p:tags r:id="rId8"/>
            </p:custDataLst>
          </p:nvPr>
        </p:nvSpPr>
        <p:spPr>
          <a:xfrm>
            <a:off x="8128000" y="1727200"/>
            <a:ext cx="3454400" cy="4318000"/>
          </a:xfrm>
          <a:custGeom>
            <a:avLst/>
            <a:gdLst>
              <a:gd name="connisteX0" fmla="*/ 0 w 3454400"/>
              <a:gd name="connsiteY0" fmla="*/ 203200 h 4318000"/>
              <a:gd name="connisteX1" fmla="*/ 203200 w 3454400"/>
              <a:gd name="connsiteY1" fmla="*/ 0 h 4318000"/>
              <a:gd name="connisteX2" fmla="*/ 3251200 w 3454400"/>
              <a:gd name="connsiteY2" fmla="*/ 0 h 4318000"/>
              <a:gd name="connisteX3" fmla="*/ 3454400 w 3454400"/>
              <a:gd name="connsiteY3" fmla="*/ 203200 h 4318000"/>
              <a:gd name="connisteX4" fmla="*/ 3454400 w 3454400"/>
              <a:gd name="connsiteY4" fmla="*/ 4114800 h 4318000"/>
              <a:gd name="connisteX5" fmla="*/ 3251200 w 3454400"/>
              <a:gd name="connsiteY5" fmla="*/ 4318000 h 4318000"/>
              <a:gd name="connisteX6" fmla="*/ 203200 w 3454400"/>
              <a:gd name="connsiteY6" fmla="*/ 4318000 h 4318000"/>
              <a:gd name="connisteX7" fmla="*/ 0 w 3454400"/>
              <a:gd name="connsiteY7" fmla="*/ 4114800 h 4318000"/>
              <a:gd name="connisteX8" fmla="*/ 0 w 34544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114800"/>
                </a:lnTo>
                <a:cubicBezTo>
                  <a:pt x="3454400" y="4227024"/>
                  <a:pt x="3363424" y="4318000"/>
                  <a:pt x="32512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432800" y="238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84328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1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3"/>
            </p:custDataLst>
          </p:nvPr>
        </p:nvSpPr>
        <p:spPr>
          <a:xfrm>
            <a:off x="914400" y="17653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图片占位符 13"/>
          <p:cNvSpPr>
            <a:spLocks noGrp="1"/>
          </p:cNvSpPr>
          <p:nvPr>
            <p:ph type="pic" idx="16394" hasCustomPrompt="1"/>
            <p:custDataLst>
              <p:tags r:id="rId4"/>
            </p:custDataLst>
          </p:nvPr>
        </p:nvSpPr>
        <p:spPr>
          <a:xfrm>
            <a:off x="1127760" y="19786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082800" y="17653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2082800" y="22733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7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8" name="装饰  7"/>
          <p:cNvSpPr>
            <a:spLocks noGrp="1"/>
          </p:cNvSpPr>
          <p:nvPr>
            <p:ph type="body" idx="16399" hasCustomPrompt="1"/>
            <p:custDataLst>
              <p:tags r:id="rId8"/>
            </p:custDataLst>
          </p:nvPr>
        </p:nvSpPr>
        <p:spPr>
          <a:xfrm>
            <a:off x="6553200" y="17653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9" name="图片占位符 18"/>
          <p:cNvSpPr>
            <a:spLocks noGrp="1"/>
          </p:cNvSpPr>
          <p:nvPr>
            <p:ph type="pic" idx="16397" hasCustomPrompt="1"/>
            <p:custDataLst>
              <p:tags r:id="rId9"/>
            </p:custDataLst>
          </p:nvPr>
        </p:nvSpPr>
        <p:spPr>
          <a:xfrm>
            <a:off x="6766560" y="19786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7721600" y="17653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7721600" y="22733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22" name="装饰  1"/>
          <p:cNvSpPr>
            <a:spLocks noGrp="1"/>
          </p:cNvSpPr>
          <p:nvPr>
            <p:ph type="body" idx="16401" hasCustomPrompt="1"/>
            <p:custDataLst>
              <p:tags r:id="rId12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3" name="装饰  2"/>
          <p:cNvSpPr>
            <a:spLocks noGrp="1"/>
          </p:cNvSpPr>
          <p:nvPr>
            <p:ph type="body" idx="16402" hasCustomPrompt="1"/>
            <p:custDataLst>
              <p:tags r:id="rId13"/>
            </p:custDataLst>
          </p:nvPr>
        </p:nvSpPr>
        <p:spPr>
          <a:xfrm>
            <a:off x="914400" y="42799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4" name="图片占位符 23"/>
          <p:cNvSpPr>
            <a:spLocks noGrp="1"/>
          </p:cNvSpPr>
          <p:nvPr>
            <p:ph type="pic" idx="16400" hasCustomPrompt="1"/>
            <p:custDataLst>
              <p:tags r:id="rId14"/>
            </p:custDataLst>
          </p:nvPr>
        </p:nvSpPr>
        <p:spPr>
          <a:xfrm>
            <a:off x="1127760" y="44932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5"/>
            </p:custDataLst>
          </p:nvPr>
        </p:nvSpPr>
        <p:spPr>
          <a:xfrm>
            <a:off x="2082800" y="42799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16"/>
            </p:custDataLst>
          </p:nvPr>
        </p:nvSpPr>
        <p:spPr>
          <a:xfrm>
            <a:off x="2082800" y="47879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27" name="装饰  6"/>
          <p:cNvSpPr>
            <a:spLocks noGrp="1"/>
          </p:cNvSpPr>
          <p:nvPr>
            <p:ph type="body" idx="16404" hasCustomPrompt="1"/>
            <p:custDataLst>
              <p:tags r:id="rId17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8" name="装饰  7"/>
          <p:cNvSpPr>
            <a:spLocks noGrp="1"/>
          </p:cNvSpPr>
          <p:nvPr>
            <p:ph type="body" idx="16405" hasCustomPrompt="1"/>
            <p:custDataLst>
              <p:tags r:id="rId18"/>
            </p:custDataLst>
          </p:nvPr>
        </p:nvSpPr>
        <p:spPr>
          <a:xfrm>
            <a:off x="6553200" y="42799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9" name="图片占位符 28"/>
          <p:cNvSpPr>
            <a:spLocks noGrp="1"/>
          </p:cNvSpPr>
          <p:nvPr>
            <p:ph type="pic" idx="16403" hasCustomPrompt="1"/>
            <p:custDataLst>
              <p:tags r:id="rId19"/>
            </p:custDataLst>
          </p:nvPr>
        </p:nvSpPr>
        <p:spPr>
          <a:xfrm>
            <a:off x="6766560" y="44932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30" name="文本占位符 29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7721600" y="42799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31" name="文本占位符 30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7721600" y="47879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5_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1"/>
            </p:custDataLst>
          </p:nvPr>
        </p:nvSpPr>
        <p:spPr>
          <a:xfrm>
            <a:off x="628650" y="2057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8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1574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1574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5"/>
            </p:custDataLst>
          </p:nvPr>
        </p:nvSpPr>
        <p:spPr>
          <a:xfrm>
            <a:off x="6343650" y="2057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8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02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7289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289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4" hasCustomPrompt="1"/>
            <p:custDataLst>
              <p:tags r:id="rId8"/>
            </p:custDataLst>
          </p:nvPr>
        </p:nvSpPr>
        <p:spPr>
          <a:xfrm>
            <a:off x="628650" y="4191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8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03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1574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1574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6343650" y="4191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8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04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7289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7289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1"/>
            </p:custDataLst>
          </p:nvPr>
        </p:nvSpPr>
        <p:spPr>
          <a:xfrm>
            <a:off x="609600" y="15240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3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7620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7620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44704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228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228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9"/>
            </p:custDataLst>
          </p:nvPr>
        </p:nvSpPr>
        <p:spPr>
          <a:xfrm>
            <a:off x="83312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4836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836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1"/>
            </p:custDataLst>
          </p:nvPr>
        </p:nvSpPr>
        <p:spPr>
          <a:xfrm>
            <a:off x="6096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3"/>
            </p:custDataLst>
          </p:nvPr>
        </p:nvSpPr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43688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43688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73600" y="21844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81280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84328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84328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1"/>
            </p:custDataLst>
          </p:nvPr>
        </p:nvSpPr>
        <p:spPr>
          <a:xfrm>
            <a:off x="3149600" y="1524000"/>
            <a:ext cx="8432800" cy="2209800"/>
          </a:xfrm>
          <a:custGeom>
            <a:avLst/>
            <a:gdLst>
              <a:gd name="connisteX0" fmla="*/ 0 w 8432800"/>
              <a:gd name="connsiteY0" fmla="*/ 0 h 2209800"/>
              <a:gd name="connisteX1" fmla="*/ 8229600 w 8432800"/>
              <a:gd name="connsiteY1" fmla="*/ 0 h 2209800"/>
              <a:gd name="connisteX2" fmla="*/ 8432800 w 8432800"/>
              <a:gd name="connsiteY2" fmla="*/ 203200 h 2209800"/>
              <a:gd name="connisteX3" fmla="*/ 8432800 w 8432800"/>
              <a:gd name="connsiteY3" fmla="*/ 2006600 h 2209800"/>
              <a:gd name="connisteX4" fmla="*/ 8229600 w 8432800"/>
              <a:gd name="connsiteY4" fmla="*/ 2209800 h 2209800"/>
              <a:gd name="connisteX5" fmla="*/ 0 w 8432800"/>
              <a:gd name="connsiteY5" fmla="*/ 2209800 h 2209800"/>
              <a:gd name="connisteX6" fmla="*/ 0 w 8432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8432800" h="22098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2006600"/>
                </a:lnTo>
                <a:cubicBezTo>
                  <a:pt x="8432800" y="2118824"/>
                  <a:pt x="8341824" y="2209800"/>
                  <a:pt x="8229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3"/>
            </p:custDataLst>
          </p:nvPr>
        </p:nvSpPr>
        <p:spPr>
          <a:xfrm>
            <a:off x="609600" y="15240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3454400" y="18923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3454400" y="2451100"/>
            <a:ext cx="7823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3149600" y="4038600"/>
            <a:ext cx="8432800" cy="2209800"/>
          </a:xfrm>
          <a:custGeom>
            <a:avLst/>
            <a:gdLst>
              <a:gd name="connisteX0" fmla="*/ 0 w 8432800"/>
              <a:gd name="connsiteY0" fmla="*/ 0 h 2209800"/>
              <a:gd name="connisteX1" fmla="*/ 8229600 w 8432800"/>
              <a:gd name="connsiteY1" fmla="*/ 0 h 2209800"/>
              <a:gd name="connisteX2" fmla="*/ 8432800 w 8432800"/>
              <a:gd name="connsiteY2" fmla="*/ 203200 h 2209800"/>
              <a:gd name="connisteX3" fmla="*/ 8432800 w 8432800"/>
              <a:gd name="connsiteY3" fmla="*/ 2006600 h 2209800"/>
              <a:gd name="connisteX4" fmla="*/ 8229600 w 8432800"/>
              <a:gd name="connsiteY4" fmla="*/ 2209800 h 2209800"/>
              <a:gd name="connisteX5" fmla="*/ 0 w 8432800"/>
              <a:gd name="connsiteY5" fmla="*/ 2209800 h 2209800"/>
              <a:gd name="connisteX6" fmla="*/ 0 w 8432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8432800" h="22098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2006600"/>
                </a:lnTo>
                <a:cubicBezTo>
                  <a:pt x="8432800" y="2118824"/>
                  <a:pt x="8341824" y="2209800"/>
                  <a:pt x="8229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3454400" y="44069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3454400" y="4965700"/>
            <a:ext cx="7823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1"/>
            </p:custDataLst>
          </p:nvPr>
        </p:nvSpPr>
        <p:spPr>
          <a:xfrm>
            <a:off x="6096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4775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5334000"/>
            <a:ext cx="345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内容占位符 14"/>
          <p:cNvSpPr>
            <a:spLocks noGrp="1"/>
          </p:cNvSpPr>
          <p:nvPr>
            <p:ph idx="16393" hasCustomPrompt="1"/>
            <p:custDataLst>
              <p:tags r:id="rId5"/>
            </p:custDataLst>
          </p:nvPr>
        </p:nvSpPr>
        <p:spPr>
          <a:xfrm>
            <a:off x="43688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368800" y="4775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368800" y="5334000"/>
            <a:ext cx="345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8" name="内容占位符 17"/>
          <p:cNvSpPr>
            <a:spLocks noGrp="1"/>
          </p:cNvSpPr>
          <p:nvPr>
            <p:ph idx="16394" hasCustomPrompt="1"/>
            <p:custDataLst>
              <p:tags r:id="rId8"/>
            </p:custDataLst>
          </p:nvPr>
        </p:nvSpPr>
        <p:spPr>
          <a:xfrm>
            <a:off x="81280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128000" y="4775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8128000" y="5334000"/>
            <a:ext cx="345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8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2" hasCustomPrompt="1"/>
            <p:custDataLst>
              <p:tags r:id="rId1"/>
            </p:custDataLst>
          </p:nvPr>
        </p:nvSpPr>
        <p:spPr>
          <a:xfrm>
            <a:off x="1473200" y="1803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6393" hasCustomPrompt="1"/>
            <p:custDataLst>
              <p:tags r:id="rId5"/>
            </p:custDataLst>
          </p:nvPr>
        </p:nvSpPr>
        <p:spPr>
          <a:xfrm>
            <a:off x="5334000" y="1803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4704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4704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8" name="图片占位符 17"/>
          <p:cNvSpPr>
            <a:spLocks noGrp="1"/>
          </p:cNvSpPr>
          <p:nvPr>
            <p:ph type="pic" idx="16394" hasCustomPrompt="1"/>
            <p:custDataLst>
              <p:tags r:id="rId8"/>
            </p:custDataLst>
          </p:nvPr>
        </p:nvSpPr>
        <p:spPr>
          <a:xfrm>
            <a:off x="9194800" y="1803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3312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83312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9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1"/>
            </p:custDataLst>
          </p:nvPr>
        </p:nvSpPr>
        <p:spPr>
          <a:xfrm>
            <a:off x="1778000" y="2133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3"/>
            </p:custDataLst>
          </p:nvPr>
        </p:nvSpPr>
        <p:spPr>
          <a:xfrm>
            <a:off x="1962150" y="2362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3302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38100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6"/>
            </p:custDataLst>
          </p:nvPr>
        </p:nvSpPr>
        <p:spPr>
          <a:xfrm>
            <a:off x="5638800" y="2133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5822950" y="2362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470400" y="3302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4470400" y="38100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>
          <a:xfrm>
            <a:off x="9499600" y="2133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9683750" y="2362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03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8331200" y="3302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3"/>
            </p:custDataLst>
          </p:nvPr>
        </p:nvSpPr>
        <p:spPr>
          <a:xfrm>
            <a:off x="8331200" y="38100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1"/>
            </p:custDataLst>
          </p:nvPr>
        </p:nvSpPr>
        <p:spPr>
          <a:xfrm>
            <a:off x="7543800" y="1524000"/>
            <a:ext cx="4038600" cy="4724400"/>
          </a:xfrm>
          <a:custGeom>
            <a:avLst/>
            <a:gdLst>
              <a:gd name="connisteX0" fmla="*/ 0 w 4038600"/>
              <a:gd name="connsiteY0" fmla="*/ 0 h 4724400"/>
              <a:gd name="connisteX1" fmla="*/ 3835400 w 4038600"/>
              <a:gd name="connsiteY1" fmla="*/ 0 h 4724400"/>
              <a:gd name="connisteX2" fmla="*/ 4038600 w 4038600"/>
              <a:gd name="connsiteY2" fmla="*/ 203200 h 4724400"/>
              <a:gd name="connisteX3" fmla="*/ 4038600 w 4038600"/>
              <a:gd name="connsiteY3" fmla="*/ 4521200 h 4724400"/>
              <a:gd name="connisteX4" fmla="*/ 3835400 w 4038600"/>
              <a:gd name="connsiteY4" fmla="*/ 4724400 h 4724400"/>
              <a:gd name="connisteX5" fmla="*/ 0 w 4038600"/>
              <a:gd name="connsiteY5" fmla="*/ 4724400 h 4724400"/>
              <a:gd name="connisteX6" fmla="*/ 0 w 40386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4038600" h="4724400">
                <a:moveTo>
                  <a:pt x="0" y="0"/>
                </a:move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3"/>
            </p:custDataLst>
          </p:nvPr>
        </p:nvSpPr>
        <p:spPr>
          <a:xfrm>
            <a:off x="609600" y="1524000"/>
            <a:ext cx="6934200" cy="4724400"/>
          </a:xfrm>
          <a:custGeom>
            <a:avLst/>
            <a:gdLst>
              <a:gd name="connisteX0" fmla="*/ 0 w 6934200"/>
              <a:gd name="connsiteY0" fmla="*/ 203200 h 4724400"/>
              <a:gd name="connisteX1" fmla="*/ 203200 w 6934200"/>
              <a:gd name="connsiteY1" fmla="*/ 0 h 4724400"/>
              <a:gd name="connisteX2" fmla="*/ 6934200 w 6934200"/>
              <a:gd name="connsiteY2" fmla="*/ 0 h 4724400"/>
              <a:gd name="connisteX3" fmla="*/ 6934200 w 6934200"/>
              <a:gd name="connsiteY3" fmla="*/ 4724400 h 4724400"/>
              <a:gd name="connisteX4" fmla="*/ 203200 w 6934200"/>
              <a:gd name="connsiteY4" fmla="*/ 4724400 h 4724400"/>
              <a:gd name="connisteX5" fmla="*/ 0 w 6934200"/>
              <a:gd name="connsiteY5" fmla="*/ 4521200 h 4724400"/>
              <a:gd name="connisteX6" fmla="*/ 0 w 69342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69342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934200" y="0"/>
                </a:lnTo>
                <a:lnTo>
                  <a:pt x="69342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1066800" y="21082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rgbClr val="FFFFFF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1066800" y="2667000"/>
            <a:ext cx="6019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rgbClr val="FFFFFF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1066800" y="41910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rgbClr val="FFFFFF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1066800" y="4749800"/>
            <a:ext cx="6019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rgbClr val="FFFFFF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1"/>
            </p:custDataLst>
          </p:nvPr>
        </p:nvSpPr>
        <p:spPr>
          <a:xfrm>
            <a:off x="5332413" y="1905000"/>
            <a:ext cx="1527175" cy="1524000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903942" y="3530600"/>
            <a:ext cx="8384117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单击此处添加章节标题</a:t>
            </a:r>
          </a:p>
        </p:txBody>
      </p:sp>
    </p:spTree>
    <p:extLst>
      <p:ext uri="{BB962C8B-B14F-4D97-AF65-F5344CB8AC3E}">
        <p14:creationId xmlns:p14="http://schemas.microsoft.com/office/powerpoint/2010/main" val="430181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1"/>
            </p:custDataLst>
          </p:nvPr>
        </p:nvSpPr>
        <p:spPr>
          <a:xfrm>
            <a:off x="5332413" y="1905000"/>
            <a:ext cx="1527175" cy="1524000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903942" y="3530600"/>
            <a:ext cx="8384117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单击此处添加章节标题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上左标下左内后右背景-有背景-有间隙-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  <p:custDataLst>
              <p:tags r:id="rId1"/>
            </p:custDataLst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1" hasCustomPrompt="1"/>
            <p:custDataLst>
              <p:tags r:id="rId2"/>
            </p:custDataLst>
          </p:nvPr>
        </p:nvSpPr>
        <p:spPr>
          <a:xfrm>
            <a:off x="609600" y="482505"/>
            <a:ext cx="6858000" cy="711100"/>
          </a:xfr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10000"/>
              </a:lnSpc>
              <a:defRPr sz="3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2" hasCustomPrompt="1"/>
            <p:custDataLst>
              <p:tags r:id="rId3"/>
            </p:custDataLst>
          </p:nvPr>
        </p:nvSpPr>
        <p:spPr>
          <a:xfrm>
            <a:off x="609600" y="1523711"/>
            <a:ext cx="6858000" cy="4724695"/>
          </a:xfrm>
        </p:spPr>
        <p:txBody>
          <a:bodyPr wrap="square" lIns="0" tIns="0" rIns="0" bIns="0" anchor="t">
            <a:noAutofit/>
          </a:bodyPr>
          <a:lstStyle>
            <a:lvl5pPr marL="1828800" indent="0" algn="l">
              <a:buNone/>
              <a:defRPr sz="12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4"/>
            <a:r>
              <a:rPr lang="zh-CN" altLang="en-US"/>
              <a:t>单击此处添加文本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上左标下左内后右背景-有背景-有间隙-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  <p:custDataLst>
              <p:tags r:id="rId1"/>
            </p:custDataLst>
          </p:nvPr>
        </p:nvSpPr>
        <p:spPr>
          <a:xfrm>
            <a:off x="7924800" y="0"/>
            <a:ext cx="4267200" cy="685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1" hasCustomPrompt="1"/>
            <p:custDataLst>
              <p:tags r:id="rId2"/>
            </p:custDataLst>
          </p:nvPr>
        </p:nvSpPr>
        <p:spPr>
          <a:xfrm>
            <a:off x="609600" y="482505"/>
            <a:ext cx="8534400" cy="711100"/>
          </a:xfr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10000"/>
              </a:lnSpc>
              <a:defRPr sz="3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2" hasCustomPrompt="1"/>
            <p:custDataLst>
              <p:tags r:id="rId3"/>
            </p:custDataLst>
          </p:nvPr>
        </p:nvSpPr>
        <p:spPr>
          <a:xfrm>
            <a:off x="609600" y="1523711"/>
            <a:ext cx="8534400" cy="4724695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单击此处添加文本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3364089" y="3175000"/>
            <a:ext cx="5451122" cy="1016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64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谢谢观看</a:t>
            </a:r>
          </a:p>
        </p:txBody>
      </p:sp>
      <p:sp>
        <p:nvSpPr>
          <p:cNvPr id="6" name="副标题 5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49.xml"/><Relationship Id="rId21" Type="http://schemas.openxmlformats.org/officeDocument/2006/relationships/slideLayout" Target="../slideLayouts/slideLayout31.xml"/><Relationship Id="rId34" Type="http://schemas.openxmlformats.org/officeDocument/2006/relationships/slideLayout" Target="../slideLayouts/slideLayout44.xml"/><Relationship Id="rId42" Type="http://schemas.openxmlformats.org/officeDocument/2006/relationships/tags" Target="../tags/tag34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9.xml"/><Relationship Id="rId41" Type="http://schemas.openxmlformats.org/officeDocument/2006/relationships/theme" Target="../theme/theme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42.xml"/><Relationship Id="rId37" Type="http://schemas.openxmlformats.org/officeDocument/2006/relationships/slideLayout" Target="../slideLayouts/slideLayout47.xml"/><Relationship Id="rId4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33.xml"/><Relationship Id="rId28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41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Relationship Id="rId27" Type="http://schemas.openxmlformats.org/officeDocument/2006/relationships/slideLayout" Target="../slideLayouts/slideLayout37.xml"/><Relationship Id="rId30" Type="http://schemas.openxmlformats.org/officeDocument/2006/relationships/slideLayout" Target="../slideLayouts/slideLayout40.xml"/><Relationship Id="rId35" Type="http://schemas.openxmlformats.org/officeDocument/2006/relationships/slideLayout" Target="../slideLayouts/slideLayout45.xml"/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43.xml"/><Relationship Id="rId38" Type="http://schemas.openxmlformats.org/officeDocument/2006/relationships/slideLayout" Target="../slideLayouts/slideLayout4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tags" Target="../tags/tag364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1E019-F63A-4B4E-A6F9-DDF3928DE351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2D8A1D-8D99-49DA-9D2B-F44B35D563A9}" type="slidenum">
              <a:rPr lang="zh-CN" altLang="en-US" smtClean="0"/>
              <a:t>‹#›</a:t>
            </a:fld>
            <a:endParaRPr lang="zh-CN" altLang="en-US"/>
          </a:p>
        </p:txBody>
      </p:sp>
    </p:spTree>
    <p:custDataLst>
      <p:tags r:id="rId4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705" r:id="rId4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custDataLst>
      <p:tags r:id="rId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377.xml"/><Relationship Id="rId7" Type="http://schemas.openxmlformats.org/officeDocument/2006/relationships/hyperlink" Target="mailto:lizonghui@bjtu.edu.cn" TargetMode="External"/><Relationship Id="rId2" Type="http://schemas.openxmlformats.org/officeDocument/2006/relationships/tags" Target="../tags/tag376.xml"/><Relationship Id="rId1" Type="http://schemas.openxmlformats.org/officeDocument/2006/relationships/tags" Target="../tags/tag375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37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81.xml"/><Relationship Id="rId2" Type="http://schemas.openxmlformats.org/officeDocument/2006/relationships/tags" Target="../tags/tag380.xml"/><Relationship Id="rId1" Type="http://schemas.openxmlformats.org/officeDocument/2006/relationships/tags" Target="../tags/tag379.xml"/><Relationship Id="rId6" Type="http://schemas.openxmlformats.org/officeDocument/2006/relationships/image" Target="../media/image3.jp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84.xml"/><Relationship Id="rId2" Type="http://schemas.openxmlformats.org/officeDocument/2006/relationships/tags" Target="../tags/tag383.xml"/><Relationship Id="rId1" Type="http://schemas.openxmlformats.org/officeDocument/2006/relationships/tags" Target="../tags/tag382.xml"/><Relationship Id="rId6" Type="http://schemas.openxmlformats.org/officeDocument/2006/relationships/image" Target="../media/image4.png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87.xml"/><Relationship Id="rId7" Type="http://schemas.openxmlformats.org/officeDocument/2006/relationships/hyperlink" Target="https://my.feishu.cn/docx/QA7vdRq5VozHZBxpRClcpnW9nOb" TargetMode="External"/><Relationship Id="rId2" Type="http://schemas.openxmlformats.org/officeDocument/2006/relationships/tags" Target="../tags/tag386.xml"/><Relationship Id="rId1" Type="http://schemas.openxmlformats.org/officeDocument/2006/relationships/tags" Target="../tags/tag385.xml"/><Relationship Id="rId6" Type="http://schemas.openxmlformats.org/officeDocument/2006/relationships/image" Target="../media/image2.jpeg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5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95.xml"/><Relationship Id="rId13" Type="http://schemas.openxmlformats.org/officeDocument/2006/relationships/tags" Target="../tags/tag400.xml"/><Relationship Id="rId18" Type="http://schemas.openxmlformats.org/officeDocument/2006/relationships/tags" Target="../tags/tag405.xml"/><Relationship Id="rId3" Type="http://schemas.openxmlformats.org/officeDocument/2006/relationships/tags" Target="../tags/tag390.xml"/><Relationship Id="rId21" Type="http://schemas.openxmlformats.org/officeDocument/2006/relationships/image" Target="../media/image2.jpeg"/><Relationship Id="rId7" Type="http://schemas.openxmlformats.org/officeDocument/2006/relationships/tags" Target="../tags/tag394.xml"/><Relationship Id="rId12" Type="http://schemas.openxmlformats.org/officeDocument/2006/relationships/tags" Target="../tags/tag399.xml"/><Relationship Id="rId17" Type="http://schemas.openxmlformats.org/officeDocument/2006/relationships/tags" Target="../tags/tag404.xml"/><Relationship Id="rId2" Type="http://schemas.openxmlformats.org/officeDocument/2006/relationships/tags" Target="../tags/tag389.xml"/><Relationship Id="rId16" Type="http://schemas.openxmlformats.org/officeDocument/2006/relationships/tags" Target="../tags/tag403.xml"/><Relationship Id="rId20" Type="http://schemas.openxmlformats.org/officeDocument/2006/relationships/notesSlide" Target="../notesSlides/notesSlide2.xml"/><Relationship Id="rId1" Type="http://schemas.openxmlformats.org/officeDocument/2006/relationships/tags" Target="../tags/tag388.xml"/><Relationship Id="rId6" Type="http://schemas.openxmlformats.org/officeDocument/2006/relationships/tags" Target="../tags/tag393.xml"/><Relationship Id="rId11" Type="http://schemas.openxmlformats.org/officeDocument/2006/relationships/tags" Target="../tags/tag398.xml"/><Relationship Id="rId5" Type="http://schemas.openxmlformats.org/officeDocument/2006/relationships/tags" Target="../tags/tag392.xml"/><Relationship Id="rId15" Type="http://schemas.openxmlformats.org/officeDocument/2006/relationships/tags" Target="../tags/tag402.xml"/><Relationship Id="rId10" Type="http://schemas.openxmlformats.org/officeDocument/2006/relationships/tags" Target="../tags/tag397.xml"/><Relationship Id="rId19" Type="http://schemas.openxmlformats.org/officeDocument/2006/relationships/slideLayout" Target="../slideLayouts/slideLayout34.xml"/><Relationship Id="rId4" Type="http://schemas.openxmlformats.org/officeDocument/2006/relationships/tags" Target="../tags/tag391.xml"/><Relationship Id="rId9" Type="http://schemas.openxmlformats.org/officeDocument/2006/relationships/tags" Target="../tags/tag396.xml"/><Relationship Id="rId14" Type="http://schemas.openxmlformats.org/officeDocument/2006/relationships/tags" Target="../tags/tag40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08.xml"/><Relationship Id="rId2" Type="http://schemas.openxmlformats.org/officeDocument/2006/relationships/tags" Target="../tags/tag407.xml"/><Relationship Id="rId1" Type="http://schemas.openxmlformats.org/officeDocument/2006/relationships/tags" Target="../tags/tag406.xml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3.xml"/><Relationship Id="rId1" Type="http://schemas.openxmlformats.org/officeDocument/2006/relationships/tags" Target="../tags/tag409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3.xml"/><Relationship Id="rId1" Type="http://schemas.openxmlformats.org/officeDocument/2006/relationships/tags" Target="../tags/tag410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3.xml"/><Relationship Id="rId1" Type="http://schemas.openxmlformats.org/officeDocument/2006/relationships/tags" Target="../tags/tag41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3.xml"/><Relationship Id="rId1" Type="http://schemas.openxmlformats.org/officeDocument/2006/relationships/tags" Target="../tags/tag41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15.xml"/><Relationship Id="rId2" Type="http://schemas.openxmlformats.org/officeDocument/2006/relationships/tags" Target="../tags/tag414.xml"/><Relationship Id="rId1" Type="http://schemas.openxmlformats.org/officeDocument/2006/relationships/tags" Target="../tags/tag413.xml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tags" Target="../tags/tag417.xml"/><Relationship Id="rId1" Type="http://schemas.openxmlformats.org/officeDocument/2006/relationships/tags" Target="../tags/tag416.xml"/><Relationship Id="rId5" Type="http://schemas.openxmlformats.org/officeDocument/2006/relationships/hyperlink" Target="https://github.com/ccnuktd/SOC-FPGA-BJTU-HWCT" TargetMode="Externa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76899" y="4012839"/>
            <a:ext cx="9144000" cy="270535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李宗辉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hlinkClick r:id="rId7"/>
              </a:rPr>
              <a:t>lizonghui@bjtu.edu.cn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办公地点：九教西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209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室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年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07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月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06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日</a:t>
            </a:r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152400" y="1928191"/>
            <a:ext cx="11887200" cy="170290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317500" dist="63500" dir="5520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zh-CN" altLang="en-US" sz="6000" b="1" dirty="0">
                <a:latin typeface="微软雅黑" panose="020B0503020204020204" charset="-122"/>
                <a:ea typeface="微软雅黑" panose="020B0503020204020204" charset="-122"/>
              </a:rPr>
              <a:t>计算机系统综合实训课程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795" y="269674"/>
            <a:ext cx="6561041" cy="12767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3837" y="1356419"/>
            <a:ext cx="9746326" cy="2374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课程</a:t>
            </a:r>
            <a:r>
              <a:rPr lang="zh-CN" sz="3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概述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课程考核</a:t>
            </a:r>
            <a:endParaRPr lang="zh-CN" sz="32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实验环境搭建</a:t>
            </a:r>
            <a:endParaRPr lang="zh-CN" sz="32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0" y="0"/>
            <a:ext cx="10149016" cy="894522"/>
          </a:xfr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lstStyle/>
          <a:p>
            <a:pPr lvl="0" indent="457200" algn="l">
              <a:lnSpc>
                <a:spcPct val="100000"/>
              </a:lnSpc>
              <a:buClrTx/>
              <a:buSzTx/>
              <a:buFontTx/>
            </a:pPr>
            <a:r>
              <a:rPr lang="zh-CN" altLang="en-US" sz="32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计算机系统综合实训课程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custDataLst>
              <p:tags r:id="rId3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162" y="1"/>
            <a:ext cx="2141838" cy="89932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73C21C4-2C8A-4A00-8AC9-CEB75DB9EBA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963" y="905640"/>
            <a:ext cx="5194199" cy="594184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0" y="0"/>
            <a:ext cx="10149016" cy="8945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compatLnSpc="1">
            <a:normAutofit/>
          </a:bodyPr>
          <a:lstStyle>
            <a:lvl1pPr marL="0" indent="0" algn="ctr" defTabSz="914400" rtl="0" eaLnBrk="1" latinLnBrk="0" hangingPunct="1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0" kern="1200" spc="0">
                <a:solidFill>
                  <a:schemeClr val="l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 indent="457200" algn="l">
              <a:lnSpc>
                <a:spcPct val="100000"/>
              </a:lnSpc>
              <a:buClrTx/>
              <a:buSzTx/>
              <a:buFontTx/>
            </a:pP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</a:t>
            </a:r>
            <a:r>
              <a:rPr lang="zh-CN" sz="32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概述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60692" y="1072475"/>
            <a:ext cx="10856807" cy="1599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前序课程</a:t>
            </a: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《</a:t>
            </a: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计算机组成原理</a:t>
            </a: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》</a:t>
            </a: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学习和掌握：现代计算机的硬件组成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重点学习和掌握：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的设计原理和方法，并进行了实验验证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内容占位符 6"/>
          <p:cNvPicPr>
            <a:picLocks noGrp="1" noChangeAspect="1"/>
          </p:cNvPicPr>
          <p:nvPr>
            <p:custDataLst>
              <p:tags r:id="rId3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162" y="1"/>
            <a:ext cx="2141838" cy="899321"/>
          </a:xfrm>
          <a:prstGeom prst="rect">
            <a:avLst/>
          </a:prstGeom>
        </p:spPr>
      </p:pic>
      <p:grpSp>
        <p:nvGrpSpPr>
          <p:cNvPr id="8" name="Group 21">
            <a:extLst>
              <a:ext uri="{FF2B5EF4-FFF2-40B4-BE49-F238E27FC236}">
                <a16:creationId xmlns:a16="http://schemas.microsoft.com/office/drawing/2014/main" id="{DDE1868D-C8B1-46A2-8CE3-346B96F882C9}"/>
              </a:ext>
            </a:extLst>
          </p:cNvPr>
          <p:cNvGrpSpPr>
            <a:grpSpLocks/>
          </p:cNvGrpSpPr>
          <p:nvPr/>
        </p:nvGrpSpPr>
        <p:grpSpPr bwMode="auto">
          <a:xfrm>
            <a:off x="600101" y="2698324"/>
            <a:ext cx="6697663" cy="2889250"/>
            <a:chOff x="0" y="-290"/>
            <a:chExt cx="4062" cy="1820"/>
          </a:xfrm>
        </p:grpSpPr>
        <p:sp>
          <p:nvSpPr>
            <p:cNvPr id="9" name="Rectangle 22">
              <a:extLst>
                <a:ext uri="{FF2B5EF4-FFF2-40B4-BE49-F238E27FC236}">
                  <a16:creationId xmlns:a16="http://schemas.microsoft.com/office/drawing/2014/main" id="{92FBDED0-442D-463C-BAB5-63B939DBC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" y="192"/>
              <a:ext cx="1436" cy="1247"/>
            </a:xfrm>
            <a:prstGeom prst="rect">
              <a:avLst/>
            </a:prstGeom>
            <a:solidFill>
              <a:srgbClr val="CCECFF"/>
            </a:solidFill>
            <a:ln w="27051">
              <a:solidFill>
                <a:srgbClr val="00206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08080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8080"/>
                </a:buClr>
                <a:buChar char="—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8080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8080"/>
                </a:buClr>
                <a:buChar char="+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Rectangle 23">
              <a:extLst>
                <a:ext uri="{FF2B5EF4-FFF2-40B4-BE49-F238E27FC236}">
                  <a16:creationId xmlns:a16="http://schemas.microsoft.com/office/drawing/2014/main" id="{26116B59-F180-40A9-B442-C12D8CA21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" y="432"/>
              <a:ext cx="1133" cy="384"/>
            </a:xfrm>
            <a:prstGeom prst="rect">
              <a:avLst/>
            </a:prstGeom>
            <a:solidFill>
              <a:srgbClr val="0099FF"/>
            </a:solidFill>
            <a:ln w="27051" cmpd="sng">
              <a:solidFill>
                <a:schemeClr val="folHlink"/>
              </a:solidFill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tIns="54000"/>
            <a:lstStyle>
              <a:lvl1pPr>
                <a:spcBef>
                  <a:spcPct val="20000"/>
                </a:spcBef>
                <a:buClr>
                  <a:srgbClr val="008080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8080"/>
                </a:buClr>
                <a:buChar char="—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8080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8080"/>
                </a:buClr>
                <a:buChar char="+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buClrTx/>
                <a:buFontTx/>
                <a:buNone/>
                <a:defRPr/>
              </a:pP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11" name="Rectangle 24">
              <a:extLst>
                <a:ext uri="{FF2B5EF4-FFF2-40B4-BE49-F238E27FC236}">
                  <a16:creationId xmlns:a16="http://schemas.microsoft.com/office/drawing/2014/main" id="{156E5B0A-E247-418D-8699-26DFB30ED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" y="202"/>
              <a:ext cx="39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008080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8080"/>
                </a:buClr>
                <a:buChar char="—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8080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8080"/>
                </a:buClr>
                <a:buChar char="+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CPU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87BC522E-458F-4E90-9A1F-2C950B315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06" cy="1530"/>
            </a:xfrm>
            <a:prstGeom prst="rect">
              <a:avLst/>
            </a:prstGeom>
            <a:noFill/>
            <a:ln w="27051">
              <a:solidFill>
                <a:srgbClr val="00206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008080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8080"/>
                </a:buClr>
                <a:buChar char="—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8080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8080"/>
                </a:buClr>
                <a:buChar char="+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Rectangle 26">
              <a:extLst>
                <a:ext uri="{FF2B5EF4-FFF2-40B4-BE49-F238E27FC236}">
                  <a16:creationId xmlns:a16="http://schemas.microsoft.com/office/drawing/2014/main" id="{708E6594-600C-497D-8025-31AAC1C25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-290"/>
              <a:ext cx="38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008080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8080"/>
                </a:buClr>
                <a:buChar char="—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8080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8080"/>
                </a:buClr>
                <a:buChar char="+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主机</a:t>
              </a:r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E819CCC1-8744-4406-9413-97E56E525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3" y="0"/>
              <a:ext cx="639" cy="1530"/>
            </a:xfrm>
            <a:prstGeom prst="rect">
              <a:avLst/>
            </a:prstGeom>
            <a:solidFill>
              <a:srgbClr val="FFFF99"/>
            </a:solidFill>
            <a:ln w="27051" cmpd="sng">
              <a:solidFill>
                <a:srgbClr val="00206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lvl1pPr>
                <a:spcBef>
                  <a:spcPct val="20000"/>
                </a:spcBef>
                <a:buClr>
                  <a:srgbClr val="008080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8080"/>
                </a:buClr>
                <a:buChar char="—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8080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8080"/>
                </a:buClr>
                <a:buChar char="+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  <a:defRPr/>
              </a:pP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Text Box 28">
              <a:extLst>
                <a:ext uri="{FF2B5EF4-FFF2-40B4-BE49-F238E27FC236}">
                  <a16:creationId xmlns:a16="http://schemas.microsoft.com/office/drawing/2014/main" id="{4C0170AA-B389-4E71-921E-C1164A674F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385"/>
              <a:ext cx="624" cy="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08080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8080"/>
                </a:buClr>
                <a:buChar char="—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8080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8080"/>
                </a:buClr>
                <a:buChar char="+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I/O</a:t>
              </a:r>
            </a:p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设备</a:t>
              </a:r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28D8F8C4-5970-42C8-A1C5-6DDDBF8FE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" y="960"/>
              <a:ext cx="1133" cy="384"/>
            </a:xfrm>
            <a:prstGeom prst="rect">
              <a:avLst/>
            </a:prstGeom>
            <a:solidFill>
              <a:srgbClr val="00CC00"/>
            </a:solidFill>
            <a:ln w="27051" cmpd="sng">
              <a:solidFill>
                <a:schemeClr val="folHlink"/>
              </a:solidFill>
              <a:miter lim="800000"/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tIns="54000"/>
            <a:lstStyle>
              <a:lvl1pPr>
                <a:spcBef>
                  <a:spcPct val="20000"/>
                </a:spcBef>
                <a:buClr>
                  <a:srgbClr val="008080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8080"/>
                </a:buClr>
                <a:buChar char="—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8080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8080"/>
                </a:buClr>
                <a:buChar char="+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buClrTx/>
                <a:buFontTx/>
                <a:buNone/>
                <a:defRPr/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CU</a:t>
              </a:r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36B052A3-3714-4C4A-B77C-354D1E211A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" y="814"/>
              <a:ext cx="1" cy="146"/>
            </a:xfrm>
            <a:custGeom>
              <a:avLst/>
              <a:gdLst>
                <a:gd name="T0" fmla="*/ 0 w 1"/>
                <a:gd name="T1" fmla="*/ 146 h 146"/>
                <a:gd name="T2" fmla="*/ 0 w 1"/>
                <a:gd name="T3" fmla="*/ 0 h 146"/>
                <a:gd name="T4" fmla="*/ 0 60000 65536"/>
                <a:gd name="T5" fmla="*/ 0 60000 65536"/>
                <a:gd name="T6" fmla="*/ 0 w 1"/>
                <a:gd name="T7" fmla="*/ 0 h 146"/>
                <a:gd name="T8" fmla="*/ 1 w 1"/>
                <a:gd name="T9" fmla="*/ 146 h 14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46">
                  <a:moveTo>
                    <a:pt x="0" y="146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8" name="Rectangle 31">
              <a:extLst>
                <a:ext uri="{FF2B5EF4-FFF2-40B4-BE49-F238E27FC236}">
                  <a16:creationId xmlns:a16="http://schemas.microsoft.com/office/drawing/2014/main" id="{9D8499CA-ACD2-4DF7-93B7-E3EFB3135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5" y="192"/>
              <a:ext cx="634" cy="1247"/>
            </a:xfrm>
            <a:prstGeom prst="rect">
              <a:avLst/>
            </a:prstGeom>
            <a:solidFill>
              <a:srgbClr val="FFFF99"/>
            </a:solidFill>
            <a:ln w="27051" cmpd="sng">
              <a:solidFill>
                <a:srgbClr val="00206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lvl1pPr>
                <a:spcBef>
                  <a:spcPct val="20000"/>
                </a:spcBef>
                <a:buClr>
                  <a:srgbClr val="008080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8080"/>
                </a:buClr>
                <a:buChar char="—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8080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8080"/>
                </a:buClr>
                <a:buChar char="+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buClrTx/>
                <a:buFontTx/>
                <a:buNone/>
                <a:defRPr/>
              </a:pPr>
              <a:endParaRPr lang="zh-CN" altLang="en-US" sz="32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Text Box 32">
              <a:extLst>
                <a:ext uri="{FF2B5EF4-FFF2-40B4-BE49-F238E27FC236}">
                  <a16:creationId xmlns:a16="http://schemas.microsoft.com/office/drawing/2014/main" id="{8FCD60FA-1503-4F40-83B8-4C01292161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6" y="445"/>
              <a:ext cx="341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8080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8080"/>
                </a:buClr>
                <a:buChar char="—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8080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8080"/>
                </a:buClr>
                <a:buChar char="+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主</a:t>
              </a:r>
            </a:p>
            <a:p>
              <a:pPr algn="ctr" eaLnBrk="1" hangingPunct="1">
                <a:buClrTx/>
                <a:buFontTx/>
                <a:buNone/>
              </a:pP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rPr>
                <a:t>存</a:t>
              </a:r>
            </a:p>
          </p:txBody>
        </p:sp>
        <p:sp>
          <p:nvSpPr>
            <p:cNvPr id="20" name="Freeform 33">
              <a:extLst>
                <a:ext uri="{FF2B5EF4-FFF2-40B4-BE49-F238E27FC236}">
                  <a16:creationId xmlns:a16="http://schemas.microsoft.com/office/drawing/2014/main" id="{7C1BAC8B-B622-4701-8C54-81A26542E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1243"/>
              <a:ext cx="514" cy="1"/>
            </a:xfrm>
            <a:custGeom>
              <a:avLst/>
              <a:gdLst>
                <a:gd name="T0" fmla="*/ 0 w 514"/>
                <a:gd name="T1" fmla="*/ 0 h 1"/>
                <a:gd name="T2" fmla="*/ 514 w 514"/>
                <a:gd name="T3" fmla="*/ 0 h 1"/>
                <a:gd name="T4" fmla="*/ 0 60000 65536"/>
                <a:gd name="T5" fmla="*/ 0 60000 65536"/>
                <a:gd name="T6" fmla="*/ 0 w 514"/>
                <a:gd name="T7" fmla="*/ 0 h 1"/>
                <a:gd name="T8" fmla="*/ 514 w 514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4" h="1">
                  <a:moveTo>
                    <a:pt x="0" y="0"/>
                  </a:moveTo>
                  <a:lnTo>
                    <a:pt x="514" y="0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1" name="Freeform 34">
              <a:extLst>
                <a:ext uri="{FF2B5EF4-FFF2-40B4-BE49-F238E27FC236}">
                  <a16:creationId xmlns:a16="http://schemas.microsoft.com/office/drawing/2014/main" id="{199B5FD8-BF42-4ED5-B85B-71C80BC6F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" y="1248"/>
              <a:ext cx="527" cy="1"/>
            </a:xfrm>
            <a:custGeom>
              <a:avLst/>
              <a:gdLst>
                <a:gd name="T0" fmla="*/ 527 w 527"/>
                <a:gd name="T1" fmla="*/ 0 h 1"/>
                <a:gd name="T2" fmla="*/ 0 w 527"/>
                <a:gd name="T3" fmla="*/ 0 h 1"/>
                <a:gd name="T4" fmla="*/ 0 60000 65536"/>
                <a:gd name="T5" fmla="*/ 0 60000 65536"/>
                <a:gd name="T6" fmla="*/ 0 w 527"/>
                <a:gd name="T7" fmla="*/ 0 h 1"/>
                <a:gd name="T8" fmla="*/ 527 w 52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27" h="1">
                  <a:moveTo>
                    <a:pt x="527" y="0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miter lim="800000"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2" name="AutoShape 35">
              <a:extLst>
                <a:ext uri="{FF2B5EF4-FFF2-40B4-BE49-F238E27FC236}">
                  <a16:creationId xmlns:a16="http://schemas.microsoft.com/office/drawing/2014/main" id="{33672823-10A2-4266-9CF3-90D0FB1B0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8" y="552"/>
              <a:ext cx="492" cy="144"/>
            </a:xfrm>
            <a:prstGeom prst="leftRightArrow">
              <a:avLst>
                <a:gd name="adj1" fmla="val 50000"/>
                <a:gd name="adj2" fmla="val 68333"/>
              </a:avLst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008080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8080"/>
                </a:buClr>
                <a:buChar char="—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8080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8080"/>
                </a:buClr>
                <a:buChar char="+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AutoShape 36">
              <a:extLst>
                <a:ext uri="{FF2B5EF4-FFF2-40B4-BE49-F238E27FC236}">
                  <a16:creationId xmlns:a16="http://schemas.microsoft.com/office/drawing/2014/main" id="{30B46C50-C3EB-40C9-8055-413088969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576"/>
              <a:ext cx="480" cy="144"/>
            </a:xfrm>
            <a:prstGeom prst="leftRightArrow">
              <a:avLst>
                <a:gd name="adj1" fmla="val 50000"/>
                <a:gd name="adj2" fmla="val 66667"/>
              </a:avLst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008080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8080"/>
                </a:buClr>
                <a:buChar char="—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8080"/>
                </a:buClr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8080"/>
                </a:buClr>
                <a:buChar char="+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8080"/>
                </a:buClr>
                <a:buChar char="o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24" name="Picture 4">
            <a:extLst>
              <a:ext uri="{FF2B5EF4-FFF2-40B4-BE49-F238E27FC236}">
                <a16:creationId xmlns:a16="http://schemas.microsoft.com/office/drawing/2014/main" id="{FDDA26D9-89E3-42D3-830F-C573BD305C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015" y="3312145"/>
            <a:ext cx="2933040" cy="2199780"/>
          </a:xfrm>
          <a:prstGeom prst="rect">
            <a:avLst/>
          </a:prstGeom>
        </p:spPr>
      </p:pic>
      <p:sp>
        <p:nvSpPr>
          <p:cNvPr id="25" name="Rectangle 9">
            <a:extLst>
              <a:ext uri="{FF2B5EF4-FFF2-40B4-BE49-F238E27FC236}">
                <a16:creationId xmlns:a16="http://schemas.microsoft.com/office/drawing/2014/main" id="{79A21A89-86ED-4D06-919D-AFE5FC2B3007}"/>
              </a:ext>
            </a:extLst>
          </p:cNvPr>
          <p:cNvSpPr/>
          <p:nvPr/>
        </p:nvSpPr>
        <p:spPr>
          <a:xfrm>
            <a:off x="8613677" y="2900772"/>
            <a:ext cx="25737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TH-union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教学计算机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A1FA408-9EF5-47E1-B3F3-FED55F69FF3D}"/>
              </a:ext>
            </a:extLst>
          </p:cNvPr>
          <p:cNvSpPr txBox="1"/>
          <p:nvPr/>
        </p:nvSpPr>
        <p:spPr>
          <a:xfrm>
            <a:off x="600101" y="5896343"/>
            <a:ext cx="11042299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本门课程在一颗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裸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CPU</a:t>
            </a: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上，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添加</a:t>
            </a: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对操作系统的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支持</a:t>
            </a: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，并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运行操作系统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0933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0" y="0"/>
            <a:ext cx="10149016" cy="8945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compatLnSpc="1">
            <a:normAutofit/>
          </a:bodyPr>
          <a:lstStyle>
            <a:lvl1pPr marL="0" indent="0" algn="ctr" defTabSz="914400" rtl="0" eaLnBrk="1" latinLnBrk="0" hangingPunct="1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0" kern="1200" spc="0">
                <a:solidFill>
                  <a:schemeClr val="l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 indent="457200" algn="l">
              <a:lnSpc>
                <a:spcPct val="100000"/>
              </a:lnSpc>
              <a:buClrTx/>
              <a:buSzTx/>
              <a:buFontTx/>
            </a:pP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</a:t>
            </a:r>
            <a:r>
              <a:rPr lang="zh-CN" sz="32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概述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60692" y="1072475"/>
            <a:ext cx="10856807" cy="418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基于一份实现了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RV32IM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指令集的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RISC-V CPU</a:t>
            </a: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软核，完成以下实验：</a:t>
            </a:r>
            <a:endParaRPr lang="en-US" altLang="zh-CN" sz="2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2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Zicsr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扩展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定时器外部中断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中断和异常管理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串口通信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启动操作系统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移植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Coremark</a:t>
            </a:r>
          </a:p>
        </p:txBody>
      </p:sp>
      <p:pic>
        <p:nvPicPr>
          <p:cNvPr id="3" name="图片 2"/>
          <p:cNvPicPr/>
          <p:nvPr/>
        </p:nvPicPr>
        <p:blipFill>
          <a:blip r:embed="rId5"/>
          <a:stretch>
            <a:fillRect/>
          </a:stretch>
        </p:blipFill>
        <p:spPr>
          <a:xfrm>
            <a:off x="4436771" y="4140557"/>
            <a:ext cx="7201353" cy="1925855"/>
          </a:xfrm>
          <a:prstGeom prst="rect">
            <a:avLst/>
          </a:prstGeom>
        </p:spPr>
      </p:pic>
      <p:pic>
        <p:nvPicPr>
          <p:cNvPr id="7" name="内容占位符 6"/>
          <p:cNvPicPr>
            <a:picLocks noGrp="1"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162" y="1"/>
            <a:ext cx="2141838" cy="89932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6B728D3-D602-3D87-EEEE-D88F5201251E}"/>
              </a:ext>
            </a:extLst>
          </p:cNvPr>
          <p:cNvSpPr txBox="1"/>
          <p:nvPr/>
        </p:nvSpPr>
        <p:spPr>
          <a:xfrm>
            <a:off x="4584878" y="2025686"/>
            <a:ext cx="60949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硬件综合实训的说明文档：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7"/>
              </a:rPr>
              <a:t>https://my.feishu.cn/docx/QA7vdRq5VozHZBxpRClcpnW9nOb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GitHub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项目：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https://github.com/ccnuktd/SOC-FPGA-BJTU-HWCT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0288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装饰  5">
            <a:extLst>
              <a:ext uri="{FF2B5EF4-FFF2-40B4-BE49-F238E27FC236}">
                <a16:creationId xmlns:a16="http://schemas.microsoft.com/office/drawing/2014/main" id="{6B3D174E-48F0-7620-3294-261B8BEAA249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3669201" y="1147129"/>
            <a:ext cx="4076186" cy="4982531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 </a:t>
            </a:r>
          </a:p>
        </p:txBody>
      </p:sp>
      <p:sp>
        <p:nvSpPr>
          <p:cNvPr id="23" name="装饰  5">
            <a:extLst>
              <a:ext uri="{FF2B5EF4-FFF2-40B4-BE49-F238E27FC236}">
                <a16:creationId xmlns:a16="http://schemas.microsoft.com/office/drawing/2014/main" id="{8F4E3E9C-2B0D-37FF-B0E6-89B5EF2C33C5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5731" y="1364457"/>
            <a:ext cx="3435145" cy="3902578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 </a:t>
            </a:r>
          </a:p>
        </p:txBody>
      </p:sp>
      <p:sp>
        <p:nvSpPr>
          <p:cNvPr id="21" name="装饰  5">
            <a:extLst>
              <a:ext uri="{FF2B5EF4-FFF2-40B4-BE49-F238E27FC236}">
                <a16:creationId xmlns:a16="http://schemas.microsoft.com/office/drawing/2014/main" id="{D98C9A64-F9F1-09D5-4317-AB2012CB22E1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7843713" y="1299507"/>
            <a:ext cx="4212556" cy="3967527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 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>
          <a:xfrm>
            <a:off x="300500" y="1622180"/>
            <a:ext cx="3352800" cy="406400"/>
          </a:xfrm>
        </p:spPr>
        <p:txBody>
          <a:bodyPr>
            <a:normAutofit/>
          </a:bodyPr>
          <a:lstStyle/>
          <a:p>
            <a:pPr algn="l">
              <a:lnSpc>
                <a:spcPct val="111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实验一：Zicsr扩展实验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6"/>
            </p:custDataLst>
          </p:nvPr>
        </p:nvSpPr>
        <p:spPr>
          <a:xfrm>
            <a:off x="0" y="0"/>
            <a:ext cx="10149016" cy="894522"/>
          </a:xfr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lstStyle/>
          <a:p>
            <a:pPr lvl="0" indent="457200" algn="l">
              <a:lnSpc>
                <a:spcPct val="100000"/>
              </a:lnSpc>
              <a:buClrTx/>
              <a:buSzTx/>
              <a:buFontTx/>
            </a:pPr>
            <a:r>
              <a:rPr lang="zh-CN" altLang="en-US" sz="32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课程概述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>
          <a:xfrm>
            <a:off x="300502" y="2171100"/>
            <a:ext cx="3352800" cy="1219200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补充CSR相关寄存器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>
          <a:xfrm>
            <a:off x="4135534" y="1604647"/>
            <a:ext cx="3352800" cy="406400"/>
          </a:xfrm>
        </p:spPr>
        <p:txBody>
          <a:bodyPr>
            <a:normAutofit/>
          </a:bodyPr>
          <a:lstStyle/>
          <a:p>
            <a:pPr algn="l">
              <a:lnSpc>
                <a:spcPct val="111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实验二：定时器实验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>
          <a:xfrm>
            <a:off x="3825032" y="2217249"/>
            <a:ext cx="3352800" cy="1219200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实现简单的定时器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10"/>
            </p:custDataLst>
          </p:nvPr>
        </p:nvSpPr>
        <p:spPr>
          <a:xfrm>
            <a:off x="7929098" y="1604647"/>
            <a:ext cx="3962400" cy="406400"/>
          </a:xfrm>
        </p:spPr>
        <p:txBody>
          <a:bodyPr>
            <a:noAutofit/>
          </a:bodyPr>
          <a:lstStyle/>
          <a:p>
            <a:pPr algn="l">
              <a:lnSpc>
                <a:spcPct val="111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实验三：中断与异常管理实验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>
          <a:xfrm>
            <a:off x="7972022" y="2146205"/>
            <a:ext cx="3352800" cy="1219200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完成CPU的异常/中断处理流程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>
          <a:xfrm>
            <a:off x="300500" y="3367824"/>
            <a:ext cx="3125274" cy="406400"/>
          </a:xfrm>
        </p:spPr>
        <p:txBody>
          <a:bodyPr>
            <a:normAutofit/>
          </a:bodyPr>
          <a:lstStyle/>
          <a:p>
            <a:pPr algn="l">
              <a:lnSpc>
                <a:spcPct val="111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实验四：串口通信实验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>
          <a:xfrm>
            <a:off x="300500" y="4021067"/>
            <a:ext cx="3352800" cy="1219200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增加串口外设接口，使CPU能够与外部交互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94"/>
            <p:custDataLst>
              <p:tags r:id="rId14"/>
            </p:custDataLst>
          </p:nvPr>
        </p:nvSpPr>
        <p:spPr>
          <a:xfrm>
            <a:off x="3683910" y="3387880"/>
            <a:ext cx="4061478" cy="406400"/>
          </a:xfrm>
        </p:spPr>
        <p:txBody>
          <a:bodyPr>
            <a:noAutofit/>
          </a:bodyPr>
          <a:lstStyle/>
          <a:p>
            <a:pPr algn="l">
              <a:lnSpc>
                <a:spcPct val="111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实验五：启动操作系统实验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95"/>
            <p:custDataLst>
              <p:tags r:id="rId15"/>
            </p:custDataLst>
          </p:nvPr>
        </p:nvSpPr>
        <p:spPr>
          <a:xfrm>
            <a:off x="3915182" y="4046887"/>
            <a:ext cx="3636138" cy="2255950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将前四个实验硬件组织起来，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RT-Thread Nano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学习如何使用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nemu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模拟CPU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学习如何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Verilator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来为硬件HDL代码做仿真。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96"/>
            <p:custDataLst>
              <p:tags r:id="rId16"/>
            </p:custDataLst>
          </p:nvPr>
        </p:nvSpPr>
        <p:spPr>
          <a:xfrm>
            <a:off x="7848746" y="3395955"/>
            <a:ext cx="4114800" cy="406400"/>
          </a:xfrm>
        </p:spPr>
        <p:txBody>
          <a:bodyPr>
            <a:noAutofit/>
          </a:bodyPr>
          <a:lstStyle/>
          <a:p>
            <a:pPr algn="l">
              <a:lnSpc>
                <a:spcPct val="111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实验六：综合验证与移植实验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7"/>
            <p:custDataLst>
              <p:tags r:id="rId17"/>
            </p:custDataLst>
          </p:nvPr>
        </p:nvSpPr>
        <p:spPr>
          <a:xfrm>
            <a:off x="7972022" y="4047834"/>
            <a:ext cx="3352800" cy="1219200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完成系统级测试、软件移植与和其余验证</a:t>
            </a:r>
          </a:p>
        </p:txBody>
      </p:sp>
      <p:pic>
        <p:nvPicPr>
          <p:cNvPr id="15" name="内容占位符 6"/>
          <p:cNvPicPr>
            <a:picLocks noGrp="1" noChangeAspect="1"/>
          </p:cNvPicPr>
          <p:nvPr>
            <p:custDataLst>
              <p:tags r:id="rId18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162" y="1"/>
            <a:ext cx="2141838" cy="89932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3837" y="1356419"/>
            <a:ext cx="9746326" cy="2374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课程</a:t>
            </a:r>
            <a:r>
              <a:rPr lang="zh-CN" sz="3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概述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课程考核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实验环境搭建</a:t>
            </a:r>
            <a:endParaRPr lang="zh-CN" sz="32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0" y="0"/>
            <a:ext cx="10149016" cy="894522"/>
          </a:xfr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lstStyle/>
          <a:p>
            <a:pPr lvl="0" indent="457200" algn="l">
              <a:lnSpc>
                <a:spcPct val="100000"/>
              </a:lnSpc>
              <a:buClrTx/>
              <a:buSzTx/>
              <a:buFontTx/>
            </a:pPr>
            <a:r>
              <a:rPr lang="zh-CN" altLang="en-US" sz="32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计算机系统综合实训课程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custDataLst>
              <p:tags r:id="rId3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162" y="1"/>
            <a:ext cx="2141838" cy="8993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62068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0149016" cy="8945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/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课程考核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819186" y="6479491"/>
            <a:ext cx="372813" cy="365125"/>
          </a:xfrm>
        </p:spPr>
        <p:txBody>
          <a:bodyPr/>
          <a:lstStyle/>
          <a:p>
            <a:pPr algn="ctr"/>
            <a:fld id="{0D2D8A1D-8D99-49DA-9D2B-F44B35D563A9}" type="slidenum">
              <a:rPr lang="zh-CN" altLang="en-US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fld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内容占位符 6"/>
          <p:cNvPicPr>
            <a:picLocks noGrp="1"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162" y="1"/>
            <a:ext cx="2141838" cy="89932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FA2F059-0FE6-4B11-B642-3E4AB201D7D6}"/>
              </a:ext>
            </a:extLst>
          </p:cNvPr>
          <p:cNvSpPr txBox="1"/>
          <p:nvPr/>
        </p:nvSpPr>
        <p:spPr>
          <a:xfrm>
            <a:off x="360692" y="1072475"/>
            <a:ext cx="10856807" cy="418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出勤（占总评</a:t>
            </a: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分）</a:t>
            </a:r>
            <a:endParaRPr lang="en-US" altLang="zh-CN" sz="2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2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上课时间：上午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8:00-12:00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，下午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14:00-17:00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找助教签到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原则上不能早退，除非你完成了当天实验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找助教验收并通过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C8BC51-91C8-4BFB-805D-4582BA42AF6C}"/>
              </a:ext>
            </a:extLst>
          </p:cNvPr>
          <p:cNvSpPr txBox="1"/>
          <p:nvPr/>
        </p:nvSpPr>
        <p:spPr>
          <a:xfrm>
            <a:off x="2857251" y="3549143"/>
            <a:ext cx="516355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来</a:t>
            </a: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上课是一种态度，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这很重要！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0149016" cy="8945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/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课程考核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819186" y="6479491"/>
            <a:ext cx="372813" cy="365125"/>
          </a:xfrm>
        </p:spPr>
        <p:txBody>
          <a:bodyPr/>
          <a:lstStyle/>
          <a:p>
            <a:pPr algn="ctr"/>
            <a:fld id="{0D2D8A1D-8D99-49DA-9D2B-F44B35D563A9}" type="slidenum">
              <a:rPr lang="zh-CN" altLang="en-US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fld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内容占位符 6"/>
          <p:cNvPicPr>
            <a:picLocks noGrp="1"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162" y="1"/>
            <a:ext cx="2141838" cy="89932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FA2F059-0FE6-4B11-B642-3E4AB201D7D6}"/>
              </a:ext>
            </a:extLst>
          </p:cNvPr>
          <p:cNvSpPr txBox="1"/>
          <p:nvPr/>
        </p:nvSpPr>
        <p:spPr>
          <a:xfrm>
            <a:off x="360692" y="1072475"/>
            <a:ext cx="10856807" cy="418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实验（占</a:t>
            </a: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80</a:t>
            </a: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分）</a:t>
            </a:r>
            <a:endParaRPr lang="en-US" altLang="zh-CN" sz="2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2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实验环境搭建（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实验一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实验四 （每个实验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找助教进行现场验收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通过所有测试用例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清晰准确回答助教所提的问题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实验五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实验六（选做，鼓励学有余力的同学完成）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C8BC51-91C8-4BFB-805D-4582BA42AF6C}"/>
              </a:ext>
            </a:extLst>
          </p:cNvPr>
          <p:cNvSpPr txBox="1"/>
          <p:nvPr/>
        </p:nvSpPr>
        <p:spPr>
          <a:xfrm>
            <a:off x="4388120" y="2101943"/>
            <a:ext cx="6260680" cy="560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这是个人的一小步，却是人类的一大步‌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8442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0149016" cy="8945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/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课程考核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819186" y="6479491"/>
            <a:ext cx="372813" cy="365125"/>
          </a:xfrm>
        </p:spPr>
        <p:txBody>
          <a:bodyPr/>
          <a:lstStyle/>
          <a:p>
            <a:pPr algn="ctr"/>
            <a:fld id="{0D2D8A1D-8D99-49DA-9D2B-F44B35D563A9}" type="slidenum">
              <a:rPr lang="zh-CN" altLang="en-US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fld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内容占位符 6"/>
          <p:cNvPicPr>
            <a:picLocks noGrp="1"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162" y="1"/>
            <a:ext cx="2141838" cy="89932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FA2F059-0FE6-4B11-B642-3E4AB201D7D6}"/>
              </a:ext>
            </a:extLst>
          </p:cNvPr>
          <p:cNvSpPr txBox="1"/>
          <p:nvPr/>
        </p:nvSpPr>
        <p:spPr>
          <a:xfrm>
            <a:off x="360692" y="1072475"/>
            <a:ext cx="10856807" cy="418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实验（占</a:t>
            </a: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80</a:t>
            </a: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分）</a:t>
            </a:r>
            <a:endParaRPr lang="en-US" altLang="zh-CN" sz="2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2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整个实验安排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周一：上午 讲实验环境搭建，下午 讲实验一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周二：上午 答疑和实验验收，下午 讲实验二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周三：上午 答疑和实验验收，下午 讲实验三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周四：上午 答疑和实验验收，下午 讲实验四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周五：全天答疑和实验验收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446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0149016" cy="8945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/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课程考核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819186" y="6479491"/>
            <a:ext cx="372813" cy="365125"/>
          </a:xfrm>
        </p:spPr>
        <p:txBody>
          <a:bodyPr/>
          <a:lstStyle/>
          <a:p>
            <a:pPr algn="ctr"/>
            <a:fld id="{0D2D8A1D-8D99-49DA-9D2B-F44B35D563A9}" type="slidenum">
              <a:rPr lang="zh-CN" altLang="en-US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fld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内容占位符 6"/>
          <p:cNvPicPr>
            <a:picLocks noGrp="1"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162" y="1"/>
            <a:ext cx="2141838" cy="89932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FA2F059-0FE6-4B11-B642-3E4AB201D7D6}"/>
              </a:ext>
            </a:extLst>
          </p:cNvPr>
          <p:cNvSpPr txBox="1"/>
          <p:nvPr/>
        </p:nvSpPr>
        <p:spPr>
          <a:xfrm>
            <a:off x="360692" y="1072475"/>
            <a:ext cx="10856807" cy="3667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实验报告（占</a:t>
            </a: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分）</a:t>
            </a:r>
            <a:endParaRPr lang="en-US" altLang="zh-CN" sz="2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2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整个实验交一份实验报告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包含五个实验（含环境搭建），如果做了选做实验也写进去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每个实验重点介绍如何做的，以及效果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若非必要，尽量少包含背景知识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尽量做到清晰、准确、规范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6B9B5D-561F-4826-976F-0C8C131EBE30}"/>
              </a:ext>
            </a:extLst>
          </p:cNvPr>
          <p:cNvSpPr txBox="1"/>
          <p:nvPr/>
        </p:nvSpPr>
        <p:spPr>
          <a:xfrm>
            <a:off x="1309250" y="5284721"/>
            <a:ext cx="8223549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实验结束后一周提交，截止时间：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月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17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晚上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24:00</a:t>
            </a:r>
          </a:p>
        </p:txBody>
      </p:sp>
    </p:spTree>
    <p:extLst>
      <p:ext uri="{BB962C8B-B14F-4D97-AF65-F5344CB8AC3E}">
        <p14:creationId xmlns:p14="http://schemas.microsoft.com/office/powerpoint/2010/main" val="2712323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3837" y="1356419"/>
            <a:ext cx="9746326" cy="2374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课程</a:t>
            </a:r>
            <a:r>
              <a:rPr lang="zh-CN" sz="3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概述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课程考核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实验环境搭建</a:t>
            </a:r>
          </a:p>
        </p:txBody>
      </p:sp>
      <p:sp>
        <p:nvSpPr>
          <p:cNvPr id="6" name="标题 5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0" y="0"/>
            <a:ext cx="10149016" cy="894522"/>
          </a:xfr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lstStyle/>
          <a:p>
            <a:pPr lvl="0" indent="457200" algn="l">
              <a:lnSpc>
                <a:spcPct val="100000"/>
              </a:lnSpc>
              <a:buClrTx/>
              <a:buSzTx/>
              <a:buFontTx/>
            </a:pPr>
            <a:r>
              <a:rPr lang="zh-CN" altLang="en-US" sz="32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计算机系统综合实训课程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custDataLst>
              <p:tags r:id="rId3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162" y="1"/>
            <a:ext cx="2141838" cy="8993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17670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内容占位符 6"/>
          <p:cNvPicPr>
            <a:picLocks noGrp="1" noChangeAspect="1"/>
          </p:cNvPicPr>
          <p:nvPr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162" y="1"/>
            <a:ext cx="2141838" cy="89932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4697D7A-1E45-984A-800F-283B454BFAFB}"/>
              </a:ext>
            </a:extLst>
          </p:cNvPr>
          <p:cNvSpPr/>
          <p:nvPr/>
        </p:nvSpPr>
        <p:spPr>
          <a:xfrm>
            <a:off x="0" y="0"/>
            <a:ext cx="10149016" cy="8945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实验环境的搭建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9018E07-A0A8-4F2D-B577-B59F69226306}"/>
              </a:ext>
            </a:extLst>
          </p:cNvPr>
          <p:cNvSpPr txBox="1"/>
          <p:nvPr/>
        </p:nvSpPr>
        <p:spPr>
          <a:xfrm>
            <a:off x="360692" y="1072475"/>
            <a:ext cx="10856807" cy="2633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参考</a:t>
            </a: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GitHub</a:t>
            </a: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项目完成实验环境搭建</a:t>
            </a:r>
            <a:endParaRPr lang="en-US" altLang="zh-CN" sz="2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2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GitHub</a:t>
            </a: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项目：</a:t>
            </a:r>
            <a:endParaRPr lang="en-US" altLang="zh-CN" sz="2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https://github.com/ccnuktd/SOC-FPGA-BJTU-HWCT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就可以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ITEMPLATE_STYLE_ID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2*l_h_a*1_1_1"/>
  <p:tag name="KSO_WM_TAG_VERSION" val="3.0"/>
  <p:tag name="KSO_WM_UNIT_LAYERLEVEL" val="1_1_1"/>
  <p:tag name="KSO_WM_TEMPLATE_INDEX" val="9"/>
  <p:tag name="KSO_WM_TEMPLATE_CATEGORY" val="custo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2*l_h_i*1_1_2"/>
  <p:tag name="KSO_WM_TAG_VERSION" val="3.0"/>
  <p:tag name="KSO_WM_UNIT_LAYERLEVEL" val="1_1_1"/>
  <p:tag name="KSO_WM_TEMPLATE_INDEX" val="9"/>
  <p:tag name="KSO_WM_TEMPLATE_CATEGORY" val="custo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2*l_h_i*1_1_1"/>
  <p:tag name="KSO_WM_TAG_VERSION" val="3.0"/>
  <p:tag name="KSO_WM_UNIT_LAYERLEVEL" val="1_1_1"/>
  <p:tag name="KSO_WM_TEMPLATE_INDEX" val="9"/>
  <p:tag name="KSO_WM_TEMPLATE_CATEGORY" val="custo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2"/>
  <p:tag name="KSO_WM_UNIT_TEXT_TYPE" val="1"/>
  <p:tag name="KSO_WM_UNIT_TYPE" val="a"/>
  <p:tag name="KSO_WM_LAYOUT_CHECK_HASH" val="273ed97d95f023ce0ab57be66cbddc62fd5f53e8"/>
  <p:tag name="KSO_WM_NEWLAYOUT_ID" val="slide_412a1f3c717d8f5a"/>
  <p:tag name="KSO_WM_UNIT_ID" val="_12*a*2"/>
  <p:tag name="KSO_WM_TAG_VERSION" val="3.0"/>
  <p:tag name="KSO_WM_UNIT_LAYERLEVEL" val="1"/>
  <p:tag name="KSO_WM_TEMPLATE_INDEX" val="9"/>
  <p:tag name="KSO_WM_TEMPLATE_CATEGORY" val="custo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2*b*1"/>
  <p:tag name="KSO_WM_TAG_VERSION" val="3.0"/>
  <p:tag name="KSO_WM_UNIT_LAYERLEVEL" val="1"/>
  <p:tag name="KSO_WM_TEMPLATE_INDEX" val="9"/>
  <p:tag name="KSO_WM_TEMPLATE_CATEGORY" val="custo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13*l_h_a*1_2_1"/>
  <p:tag name="KSO_WM_TAG_VERSION" val="3.0"/>
  <p:tag name="KSO_WM_UNIT_LAYERLEVEL" val="1_1_1"/>
  <p:tag name="KSO_WM_TEMPLATE_INDEX" val="9"/>
  <p:tag name="KSO_WM_TEMPLATE_CATEGORY" val="custo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13*l_h_i*1_2_2"/>
  <p:tag name="KSO_WM_TAG_VERSION" val="3.0"/>
  <p:tag name="KSO_WM_UNIT_LAYERLEVEL" val="1_1_1"/>
  <p:tag name="KSO_WM_TEMPLATE_INDEX" val="9"/>
  <p:tag name="KSO_WM_TEMPLATE_CATEGORY" val="custo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13*l_h_i*1_2_1"/>
  <p:tag name="KSO_WM_TAG_VERSION" val="3.0"/>
  <p:tag name="KSO_WM_UNIT_LAYERLEVEL" val="1_1_1"/>
  <p:tag name="KSO_WM_TEMPLATE_INDEX" val="9"/>
  <p:tag name="KSO_WM_TEMPLATE_CATEGORY" val="custo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3*l_h_a*1_1_1"/>
  <p:tag name="KSO_WM_TAG_VERSION" val="3.0"/>
  <p:tag name="KSO_WM_UNIT_LAYERLEVEL" val="1_1_1"/>
  <p:tag name="KSO_WM_TEMPLATE_INDEX" val="9"/>
  <p:tag name="KSO_WM_TEMPLATE_CATEGORY" val="custo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3*l_h_i*1_1_2"/>
  <p:tag name="KSO_WM_TAG_VERSION" val="3.0"/>
  <p:tag name="KSO_WM_UNIT_LAYERLEVEL" val="1_1_1"/>
  <p:tag name="KSO_WM_TEMPLATE_INDEX" val="9"/>
  <p:tag name="KSO_WM_TEMPLATE_CATEGORY" val="custom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3*l_h_i*1_1_1"/>
  <p:tag name="KSO_WM_TAG_VERSION" val="3.0"/>
  <p:tag name="KSO_WM_UNIT_LAYERLEVEL" val="1_1_1"/>
  <p:tag name="KSO_WM_TEMPLATE_INDEX" val="9"/>
  <p:tag name="KSO_WM_TEMPLATE_CATEGORY" val="custom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2"/>
  <p:tag name="KSO_WM_UNIT_TEXT_TYPE" val="1"/>
  <p:tag name="KSO_WM_UNIT_TYPE" val="a"/>
  <p:tag name="KSO_WM_LAYOUT_CHECK_HASH" val="2a36f9384d322461d1823036c3bfde91d922236d"/>
  <p:tag name="KSO_WM_NEWLAYOUT_ID" val="slide_5e65b803a1c10ff4"/>
  <p:tag name="KSO_WM_UNIT_ID" val="_13*a*2"/>
  <p:tag name="KSO_WM_TAG_VERSION" val="3.0"/>
  <p:tag name="KSO_WM_UNIT_LAYERLEVEL" val="1"/>
  <p:tag name="KSO_WM_TEMPLATE_INDEX" val="9"/>
  <p:tag name="KSO_WM_TEMPLATE_CATEGORY" val="custo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3*b*1"/>
  <p:tag name="KSO_WM_TAG_VERSION" val="3.0"/>
  <p:tag name="KSO_WM_UNIT_LAYERLEVEL" val="1"/>
  <p:tag name="KSO_WM_TEMPLATE_INDEX" val="9"/>
  <p:tag name="KSO_WM_TEMPLATE_CATEGORY" val="custo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ID" val="_14*l_h_a*1_3_1"/>
  <p:tag name="KSO_WM_TAG_VERSION" val="3.0"/>
  <p:tag name="KSO_WM_UNIT_LAYERLEVEL" val="1_1_1"/>
  <p:tag name="KSO_WM_TEMPLATE_INDEX" val="9"/>
  <p:tag name="KSO_WM_TEMPLATE_CATEGORY" val="custo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3_2"/>
  <p:tag name="KSO_WM_UNIT_TYPE" val="l_h_i"/>
  <p:tag name="KSO_WM_UNIT_ID" val="_14*l_h_i*1_3_2"/>
  <p:tag name="KSO_WM_TAG_VERSION" val="3.0"/>
  <p:tag name="KSO_WM_UNIT_LAYERLEVEL" val="1_1_1"/>
  <p:tag name="KSO_WM_TEMPLATE_INDEX" val="9"/>
  <p:tag name="KSO_WM_TEMPLATE_CATEGORY" val="custo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SUBTYPE" val="d"/>
  <p:tag name="KSO_WM_UNIT_TYPE" val="l_h_i"/>
  <p:tag name="KSO_WM_UNIT_ID" val="_14*l_h_i*1_3_1"/>
  <p:tag name="KSO_WM_TAG_VERSION" val="3.0"/>
  <p:tag name="KSO_WM_UNIT_LAYERLEVEL" val="1_1_1"/>
  <p:tag name="KSO_WM_TEMPLATE_INDEX" val="9"/>
  <p:tag name="KSO_WM_TEMPLATE_CATEGORY" val="custo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14*l_h_a*1_2_1"/>
  <p:tag name="KSO_WM_TAG_VERSION" val="3.0"/>
  <p:tag name="KSO_WM_UNIT_LAYERLEVEL" val="1_1_1"/>
  <p:tag name="KSO_WM_TEMPLATE_INDEX" val="9"/>
  <p:tag name="KSO_WM_TEMPLATE_CATEGORY" val="custo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14*l_h_i*1_2_2"/>
  <p:tag name="KSO_WM_TAG_VERSION" val="3.0"/>
  <p:tag name="KSO_WM_UNIT_LAYERLEVEL" val="1_1_1"/>
  <p:tag name="KSO_WM_TEMPLATE_INDEX" val="9"/>
  <p:tag name="KSO_WM_TEMPLATE_CATEGORY" val="custo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14*l_h_i*1_2_1"/>
  <p:tag name="KSO_WM_TAG_VERSION" val="3.0"/>
  <p:tag name="KSO_WM_UNIT_LAYERLEVEL" val="1_1_1"/>
  <p:tag name="KSO_WM_TEMPLATE_INDEX" val="9"/>
  <p:tag name="KSO_WM_TEMPLATE_CATEGORY" val="custo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4*l_h_a*1_1_1"/>
  <p:tag name="KSO_WM_TAG_VERSION" val="3.0"/>
  <p:tag name="KSO_WM_UNIT_LAYERLEVEL" val="1_1_1"/>
  <p:tag name="KSO_WM_TEMPLATE_INDEX" val="9"/>
  <p:tag name="KSO_WM_TEMPLATE_CATEGORY" val="custo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4*l_h_i*1_1_2"/>
  <p:tag name="KSO_WM_TAG_VERSION" val="3.0"/>
  <p:tag name="KSO_WM_UNIT_LAYERLEVEL" val="1_1_1"/>
  <p:tag name="KSO_WM_TEMPLATE_INDEX" val="9"/>
  <p:tag name="KSO_WM_TEMPLATE_CATEGORY" val="custo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4*l_h_i*1_1_1"/>
  <p:tag name="KSO_WM_TAG_VERSION" val="3.0"/>
  <p:tag name="KSO_WM_UNIT_LAYERLEVEL" val="1_1_1"/>
  <p:tag name="KSO_WM_TEMPLATE_INDEX" val="9"/>
  <p:tag name="KSO_WM_TEMPLATE_CATEGORY" val="custo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2"/>
  <p:tag name="KSO_WM_UNIT_TEXT_TYPE" val="1"/>
  <p:tag name="KSO_WM_UNIT_TYPE" val="a"/>
  <p:tag name="KSO_WM_LAYOUT_CHECK_HASH" val="7e6b07bcab9c1cbf1f0d1d33bb78f70e36032766"/>
  <p:tag name="KSO_WM_NEWLAYOUT_ID" val="slide_e1ac597c3f8feea9"/>
  <p:tag name="KSO_WM_UNIT_ID" val="_14*a*2"/>
  <p:tag name="KSO_WM_TAG_VERSION" val="3.0"/>
  <p:tag name="KSO_WM_UNIT_LAYERLEVEL" val="1"/>
  <p:tag name="KSO_WM_TEMPLATE_INDEX" val="9"/>
  <p:tag name="KSO_WM_TEMPLATE_CATEGORY" val="custo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4*b*1"/>
  <p:tag name="KSO_WM_TAG_VERSION" val="3.0"/>
  <p:tag name="KSO_WM_UNIT_LAYERLEVEL" val="1"/>
  <p:tag name="KSO_WM_TEMPLATE_INDEX" val="9"/>
  <p:tag name="KSO_WM_TEMPLATE_CATEGORY" val="custo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TYPE" val="l_h_a"/>
  <p:tag name="KSO_WM_UNIT_ID" val="_15*l_h_a*1_4_1"/>
  <p:tag name="KSO_WM_TAG_VERSION" val="3.0"/>
  <p:tag name="KSO_WM_UNIT_LAYERLEVEL" val="1_1_1"/>
  <p:tag name="KSO_WM_TEMPLATE_INDEX" val="9"/>
  <p:tag name="KSO_WM_TEMPLATE_CATEGORY" val="custo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4_2"/>
  <p:tag name="KSO_WM_UNIT_TYPE" val="l_h_i"/>
  <p:tag name="KSO_WM_UNIT_ID" val="_15*l_h_i*1_4_2"/>
  <p:tag name="KSO_WM_TAG_VERSION" val="3.0"/>
  <p:tag name="KSO_WM_UNIT_LAYERLEVEL" val="1_1_1"/>
  <p:tag name="KSO_WM_TEMPLATE_INDEX" val="9"/>
  <p:tag name="KSO_WM_TEMPLATE_CATEGORY" val="custo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SUBTYPE" val="d"/>
  <p:tag name="KSO_WM_UNIT_TYPE" val="l_h_i"/>
  <p:tag name="KSO_WM_UNIT_ID" val="_15*l_h_i*1_4_1"/>
  <p:tag name="KSO_WM_TAG_VERSION" val="3.0"/>
  <p:tag name="KSO_WM_UNIT_LAYERLEVEL" val="1_1_1"/>
  <p:tag name="KSO_WM_TEMPLATE_INDEX" val="9"/>
  <p:tag name="KSO_WM_TEMPLATE_CATEGORY" val="custo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ID" val="_15*l_h_a*1_3_1"/>
  <p:tag name="KSO_WM_TAG_VERSION" val="3.0"/>
  <p:tag name="KSO_WM_UNIT_LAYERLEVEL" val="1_1_1"/>
  <p:tag name="KSO_WM_TEMPLATE_INDEX" val="9"/>
  <p:tag name="KSO_WM_TEMPLATE_CATEGORY" val="custo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3_2"/>
  <p:tag name="KSO_WM_UNIT_TYPE" val="l_h_i"/>
  <p:tag name="KSO_WM_UNIT_ID" val="_15*l_h_i*1_3_2"/>
  <p:tag name="KSO_WM_TAG_VERSION" val="3.0"/>
  <p:tag name="KSO_WM_UNIT_LAYERLEVEL" val="1_1_1"/>
  <p:tag name="KSO_WM_TEMPLATE_INDEX" val="9"/>
  <p:tag name="KSO_WM_TEMPLATE_CATEGORY" val="custo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SUBTYPE" val="d"/>
  <p:tag name="KSO_WM_UNIT_TYPE" val="l_h_i"/>
  <p:tag name="KSO_WM_UNIT_ID" val="_15*l_h_i*1_3_1"/>
  <p:tag name="KSO_WM_TAG_VERSION" val="3.0"/>
  <p:tag name="KSO_WM_UNIT_LAYERLEVEL" val="1_1_1"/>
  <p:tag name="KSO_WM_TEMPLATE_INDEX" val="9"/>
  <p:tag name="KSO_WM_TEMPLATE_CATEGORY" val="custom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15*l_h_a*1_2_1"/>
  <p:tag name="KSO_WM_TAG_VERSION" val="3.0"/>
  <p:tag name="KSO_WM_UNIT_LAYERLEVEL" val="1_1_1"/>
  <p:tag name="KSO_WM_TEMPLATE_INDEX" val="9"/>
  <p:tag name="KSO_WM_TEMPLATE_CATEGORY" val="custo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15*l_h_i*1_2_2"/>
  <p:tag name="KSO_WM_TAG_VERSION" val="3.0"/>
  <p:tag name="KSO_WM_UNIT_LAYERLEVEL" val="1_1_1"/>
  <p:tag name="KSO_WM_TEMPLATE_INDEX" val="9"/>
  <p:tag name="KSO_WM_TEMPLATE_CATEGORY" val="custo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15*l_h_i*1_2_1"/>
  <p:tag name="KSO_WM_TAG_VERSION" val="3.0"/>
  <p:tag name="KSO_WM_UNIT_LAYERLEVEL" val="1_1_1"/>
  <p:tag name="KSO_WM_TEMPLATE_INDEX" val="9"/>
  <p:tag name="KSO_WM_TEMPLATE_CATEGORY" val="custo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5*l_h_a*1_1_1"/>
  <p:tag name="KSO_WM_TAG_VERSION" val="3.0"/>
  <p:tag name="KSO_WM_UNIT_LAYERLEVEL" val="1_1_1"/>
  <p:tag name="KSO_WM_TEMPLATE_INDEX" val="9"/>
  <p:tag name="KSO_WM_TEMPLATE_CATEGORY" val="custom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5*l_h_i*1_1_2"/>
  <p:tag name="KSO_WM_TAG_VERSION" val="3.0"/>
  <p:tag name="KSO_WM_UNIT_LAYERLEVEL" val="1_1_1"/>
  <p:tag name="KSO_WM_TEMPLATE_INDEX" val="9"/>
  <p:tag name="KSO_WM_TEMPLATE_CATEGORY" val="custo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5*l_h_i*1_1_1"/>
  <p:tag name="KSO_WM_TAG_VERSION" val="3.0"/>
  <p:tag name="KSO_WM_UNIT_LAYERLEVEL" val="1_1_1"/>
  <p:tag name="KSO_WM_TEMPLATE_INDEX" val="9"/>
  <p:tag name="KSO_WM_TEMPLATE_CATEGORY" val="custo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2"/>
  <p:tag name="KSO_WM_UNIT_TEXT_TYPE" val="1"/>
  <p:tag name="KSO_WM_UNIT_TYPE" val="a"/>
  <p:tag name="KSO_WM_LAYOUT_CHECK_HASH" val="3c0576c76ac09d8b00ffadf5a3dae502d7eee646"/>
  <p:tag name="KSO_WM_NEWLAYOUT_ID" val="slide_41030c1ef11493f6"/>
  <p:tag name="KSO_WM_UNIT_ID" val="_15*a*2"/>
  <p:tag name="KSO_WM_TAG_VERSION" val="3.0"/>
  <p:tag name="KSO_WM_UNIT_LAYERLEVEL" val="1"/>
  <p:tag name="KSO_WM_TEMPLATE_INDEX" val="9"/>
  <p:tag name="KSO_WM_TEMPLATE_CATEGORY" val="custo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5*b*1"/>
  <p:tag name="KSO_WM_TAG_VERSION" val="3.0"/>
  <p:tag name="KSO_WM_UNIT_LAYERLEVEL" val="1"/>
  <p:tag name="KSO_WM_TEMPLATE_INDEX" val="9"/>
  <p:tag name="KSO_WM_TEMPLATE_CATEGORY" val="custo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6*l_h_a*1_1_1"/>
  <p:tag name="KSO_WM_TAG_VERSION" val="3.0"/>
  <p:tag name="KSO_WM_UNIT_LAYERLEVEL" val="1_1_1"/>
  <p:tag name="KSO_WM_TEMPLATE_INDEX" val="9"/>
  <p:tag name="KSO_WM_TEMPLATE_CATEGORY" val="custo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6*l_h_i*1_1_2"/>
  <p:tag name="KSO_WM_TAG_VERSION" val="3.0"/>
  <p:tag name="KSO_WM_UNIT_LAYERLEVEL" val="1_1_1"/>
  <p:tag name="KSO_WM_TEMPLATE_INDEX" val="9"/>
  <p:tag name="KSO_WM_TEMPLATE_CATEGORY" val="custo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6*l_h_i*1_1_1"/>
  <p:tag name="KSO_WM_TAG_VERSION" val="3.0"/>
  <p:tag name="KSO_WM_UNIT_LAYERLEVEL" val="1_1_1"/>
  <p:tag name="KSO_WM_TEMPLATE_INDEX" val="9"/>
  <p:tag name="KSO_WM_TEMPLATE_CATEGORY" val="custo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a34f39b0f57225eae2ab00d8816958fa6669c166"/>
  <p:tag name="KSO_WM_NEWLAYOUT_ID" val="slide_f6eba500053b1ebb"/>
  <p:tag name="KSO_WM_UNIT_ID" val="_16*a*1"/>
  <p:tag name="KSO_WM_TAG_VERSION" val="3.0"/>
  <p:tag name="KSO_WM_UNIT_LAYERLEVEL" val="1"/>
  <p:tag name="KSO_WM_TEMPLATE_INDEX" val="9"/>
  <p:tag name="KSO_WM_TEMPLATE_CATEGORY" val="custom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6*b*1"/>
  <p:tag name="KSO_WM_TAG_VERSION" val="3.0"/>
  <p:tag name="KSO_WM_UNIT_LAYERLEVEL" val="1"/>
  <p:tag name="KSO_WM_TEMPLATE_INDEX" val="9"/>
  <p:tag name="KSO_WM_TEMPLATE_CATEGORY" val="custom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17*l_h_a*1_2_1"/>
  <p:tag name="KSO_WM_TAG_VERSION" val="3.0"/>
  <p:tag name="KSO_WM_UNIT_LAYERLEVEL" val="1_1_1"/>
  <p:tag name="KSO_WM_TEMPLATE_INDEX" val="9"/>
  <p:tag name="KSO_WM_TEMPLATE_CATEGORY" val="custom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17*l_h_i*1_2_2"/>
  <p:tag name="KSO_WM_TAG_VERSION" val="3.0"/>
  <p:tag name="KSO_WM_UNIT_LAYERLEVEL" val="1_1_1"/>
  <p:tag name="KSO_WM_TEMPLATE_INDEX" val="9"/>
  <p:tag name="KSO_WM_TEMPLATE_CATEGORY" val="custom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17*l_h_i*1_2_1"/>
  <p:tag name="KSO_WM_TAG_VERSION" val="3.0"/>
  <p:tag name="KSO_WM_UNIT_LAYERLEVEL" val="1_1_1"/>
  <p:tag name="KSO_WM_TEMPLATE_INDEX" val="9"/>
  <p:tag name="KSO_WM_TEMPLATE_CATEGORY" val="custom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7*l_h_a*1_1_1"/>
  <p:tag name="KSO_WM_TAG_VERSION" val="3.0"/>
  <p:tag name="KSO_WM_UNIT_LAYERLEVEL" val="1_1_1"/>
  <p:tag name="KSO_WM_TEMPLATE_INDEX" val="9"/>
  <p:tag name="KSO_WM_TEMPLATE_CATEGORY" val="custom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7*l_h_i*1_1_2"/>
  <p:tag name="KSO_WM_TAG_VERSION" val="3.0"/>
  <p:tag name="KSO_WM_UNIT_LAYERLEVEL" val="1_1_1"/>
  <p:tag name="KSO_WM_TEMPLATE_INDEX" val="9"/>
  <p:tag name="KSO_WM_TEMPLATE_CATEGORY" val="custom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7*l_h_i*1_1_1"/>
  <p:tag name="KSO_WM_TAG_VERSION" val="3.0"/>
  <p:tag name="KSO_WM_UNIT_LAYERLEVEL" val="1_1_1"/>
  <p:tag name="KSO_WM_TEMPLATE_INDEX" val="9"/>
  <p:tag name="KSO_WM_TEMPLATE_CATEGORY" val="custom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3a08ede37e44c7bf26bd4ab1678c2a61082d961"/>
  <p:tag name="KSO_WM_NEWLAYOUT_ID" val="slide_16e3c7e9f5c87664"/>
  <p:tag name="KSO_WM_UNIT_ID" val="_17*a*1"/>
  <p:tag name="KSO_WM_TAG_VERSION" val="3.0"/>
  <p:tag name="KSO_WM_UNIT_LAYERLEVEL" val="1"/>
  <p:tag name="KSO_WM_TEMPLATE_INDEX" val="9"/>
  <p:tag name="KSO_WM_TEMPLATE_CATEGORY" val="custom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7*b*1"/>
  <p:tag name="KSO_WM_TAG_VERSION" val="3.0"/>
  <p:tag name="KSO_WM_UNIT_LAYERLEVEL" val="1"/>
  <p:tag name="KSO_WM_TEMPLATE_INDEX" val="9"/>
  <p:tag name="KSO_WM_TEMPLATE_CATEGORY" val="custo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ID" val="_18*l_h_a*1_3_1"/>
  <p:tag name="KSO_WM_TAG_VERSION" val="3.0"/>
  <p:tag name="KSO_WM_UNIT_LAYERLEVEL" val="1_1_1"/>
  <p:tag name="KSO_WM_TEMPLATE_INDEX" val="9"/>
  <p:tag name="KSO_WM_TEMPLATE_CATEGORY" val="custom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3_2"/>
  <p:tag name="KSO_WM_UNIT_TYPE" val="l_h_i"/>
  <p:tag name="KSO_WM_UNIT_ID" val="_18*l_h_i*1_3_2"/>
  <p:tag name="KSO_WM_TAG_VERSION" val="3.0"/>
  <p:tag name="KSO_WM_UNIT_LAYERLEVEL" val="1_1_1"/>
  <p:tag name="KSO_WM_TEMPLATE_INDEX" val="9"/>
  <p:tag name="KSO_WM_TEMPLATE_CATEGORY" val="custom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SUBTYPE" val="d"/>
  <p:tag name="KSO_WM_UNIT_TYPE" val="l_h_i"/>
  <p:tag name="KSO_WM_UNIT_ID" val="_18*l_h_i*1_3_1"/>
  <p:tag name="KSO_WM_TAG_VERSION" val="3.0"/>
  <p:tag name="KSO_WM_UNIT_LAYERLEVEL" val="1_1_1"/>
  <p:tag name="KSO_WM_TEMPLATE_INDEX" val="9"/>
  <p:tag name="KSO_WM_TEMPLATE_CATEGORY" val="custo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18*l_h_a*1_2_1"/>
  <p:tag name="KSO_WM_TAG_VERSION" val="3.0"/>
  <p:tag name="KSO_WM_UNIT_LAYERLEVEL" val="1_1_1"/>
  <p:tag name="KSO_WM_TEMPLATE_INDEX" val="9"/>
  <p:tag name="KSO_WM_TEMPLATE_CATEGORY" val="custo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18*l_h_i*1_2_2"/>
  <p:tag name="KSO_WM_TAG_VERSION" val="3.0"/>
  <p:tag name="KSO_WM_UNIT_LAYERLEVEL" val="1_1_1"/>
  <p:tag name="KSO_WM_TEMPLATE_INDEX" val="9"/>
  <p:tag name="KSO_WM_TEMPLATE_CATEGORY" val="custo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18*l_h_i*1_2_1"/>
  <p:tag name="KSO_WM_TAG_VERSION" val="3.0"/>
  <p:tag name="KSO_WM_UNIT_LAYERLEVEL" val="1_1_1"/>
  <p:tag name="KSO_WM_TEMPLATE_INDEX" val="9"/>
  <p:tag name="KSO_WM_TEMPLATE_CATEGORY" val="custo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8*l_h_a*1_1_1"/>
  <p:tag name="KSO_WM_TAG_VERSION" val="3.0"/>
  <p:tag name="KSO_WM_UNIT_LAYERLEVEL" val="1_1_1"/>
  <p:tag name="KSO_WM_TEMPLATE_INDEX" val="9"/>
  <p:tag name="KSO_WM_TEMPLATE_CATEGORY" val="custom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8*l_h_i*1_1_2"/>
  <p:tag name="KSO_WM_TAG_VERSION" val="3.0"/>
  <p:tag name="KSO_WM_UNIT_LAYERLEVEL" val="1_1_1"/>
  <p:tag name="KSO_WM_TEMPLATE_INDEX" val="9"/>
  <p:tag name="KSO_WM_TEMPLATE_CATEGORY" val="custo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8*l_h_i*1_1_1"/>
  <p:tag name="KSO_WM_TAG_VERSION" val="3.0"/>
  <p:tag name="KSO_WM_UNIT_LAYERLEVEL" val="1_1_1"/>
  <p:tag name="KSO_WM_TEMPLATE_INDEX" val="9"/>
  <p:tag name="KSO_WM_TEMPLATE_CATEGORY" val="custom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2fa966edd601908493ea872df859186a58318e8e"/>
  <p:tag name="KSO_WM_NEWLAYOUT_ID" val="slide_063b19861dc0a508"/>
  <p:tag name="KSO_WM_UNIT_ID" val="_18*a*1"/>
  <p:tag name="KSO_WM_TAG_VERSION" val="3.0"/>
  <p:tag name="KSO_WM_UNIT_LAYERLEVEL" val="1"/>
  <p:tag name="KSO_WM_TEMPLATE_INDEX" val="9"/>
  <p:tag name="KSO_WM_TEMPLATE_CATEGORY" val="custom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8*b*1"/>
  <p:tag name="KSO_WM_TAG_VERSION" val="3.0"/>
  <p:tag name="KSO_WM_UNIT_LAYERLEVEL" val="1"/>
  <p:tag name="KSO_WM_TEMPLATE_INDEX" val="9"/>
  <p:tag name="KSO_WM_TEMPLATE_CATEGORY" val="custom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TYPE" val="l_h_a"/>
  <p:tag name="KSO_WM_UNIT_ID" val="_19*l_h_a*1_4_1"/>
  <p:tag name="KSO_WM_TAG_VERSION" val="3.0"/>
  <p:tag name="KSO_WM_UNIT_LAYERLEVEL" val="1_1_1"/>
  <p:tag name="KSO_WM_TEMPLATE_INDEX" val="9"/>
  <p:tag name="KSO_WM_TEMPLATE_CATEGORY" val="custom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4_2"/>
  <p:tag name="KSO_WM_UNIT_TYPE" val="l_h_i"/>
  <p:tag name="KSO_WM_UNIT_ID" val="_19*l_h_i*1_4_2"/>
  <p:tag name="KSO_WM_TAG_VERSION" val="3.0"/>
  <p:tag name="KSO_WM_UNIT_LAYERLEVEL" val="1_1_1"/>
  <p:tag name="KSO_WM_TEMPLATE_INDEX" val="9"/>
  <p:tag name="KSO_WM_TEMPLATE_CATEGORY" val="custom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SUBTYPE" val="d"/>
  <p:tag name="KSO_WM_UNIT_TYPE" val="l_h_i"/>
  <p:tag name="KSO_WM_UNIT_ID" val="_19*l_h_i*1_4_1"/>
  <p:tag name="KSO_WM_TAG_VERSION" val="3.0"/>
  <p:tag name="KSO_WM_UNIT_LAYERLEVEL" val="1_1_1"/>
  <p:tag name="KSO_WM_TEMPLATE_INDEX" val="9"/>
  <p:tag name="KSO_WM_TEMPLATE_CATEGORY" val="custom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ID" val="_19*l_h_a*1_3_1"/>
  <p:tag name="KSO_WM_TAG_VERSION" val="3.0"/>
  <p:tag name="KSO_WM_UNIT_LAYERLEVEL" val="1_1_1"/>
  <p:tag name="KSO_WM_TEMPLATE_INDEX" val="9"/>
  <p:tag name="KSO_WM_TEMPLATE_CATEGORY" val="custom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3_2"/>
  <p:tag name="KSO_WM_UNIT_TYPE" val="l_h_i"/>
  <p:tag name="KSO_WM_UNIT_ID" val="_19*l_h_i*1_3_2"/>
  <p:tag name="KSO_WM_TAG_VERSION" val="3.0"/>
  <p:tag name="KSO_WM_UNIT_LAYERLEVEL" val="1_1_1"/>
  <p:tag name="KSO_WM_TEMPLATE_INDEX" val="9"/>
  <p:tag name="KSO_WM_TEMPLATE_CATEGORY" val="custo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SUBTYPE" val="d"/>
  <p:tag name="KSO_WM_UNIT_TYPE" val="l_h_i"/>
  <p:tag name="KSO_WM_UNIT_ID" val="_19*l_h_i*1_3_1"/>
  <p:tag name="KSO_WM_TAG_VERSION" val="3.0"/>
  <p:tag name="KSO_WM_UNIT_LAYERLEVEL" val="1_1_1"/>
  <p:tag name="KSO_WM_TEMPLATE_INDEX" val="9"/>
  <p:tag name="KSO_WM_TEMPLATE_CATEGORY" val="custo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19*l_h_a*1_2_1"/>
  <p:tag name="KSO_WM_TAG_VERSION" val="3.0"/>
  <p:tag name="KSO_WM_UNIT_LAYERLEVEL" val="1_1_1"/>
  <p:tag name="KSO_WM_TEMPLATE_INDEX" val="9"/>
  <p:tag name="KSO_WM_TEMPLATE_CATEGORY" val="custo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19*l_h_i*1_2_2"/>
  <p:tag name="KSO_WM_TAG_VERSION" val="3.0"/>
  <p:tag name="KSO_WM_UNIT_LAYERLEVEL" val="1_1_1"/>
  <p:tag name="KSO_WM_TEMPLATE_INDEX" val="9"/>
  <p:tag name="KSO_WM_TEMPLATE_CATEGORY" val="custom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19*l_h_i*1_2_1"/>
  <p:tag name="KSO_WM_TAG_VERSION" val="3.0"/>
  <p:tag name="KSO_WM_UNIT_LAYERLEVEL" val="1_1_1"/>
  <p:tag name="KSO_WM_TEMPLATE_INDEX" val="9"/>
  <p:tag name="KSO_WM_TEMPLATE_CATEGORY" val="custom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9*l_h_a*1_1_1"/>
  <p:tag name="KSO_WM_TAG_VERSION" val="3.0"/>
  <p:tag name="KSO_WM_UNIT_LAYERLEVEL" val="1_1_1"/>
  <p:tag name="KSO_WM_TEMPLATE_INDEX" val="9"/>
  <p:tag name="KSO_WM_TEMPLATE_CATEGORY" val="custom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9*l_h_i*1_1_2"/>
  <p:tag name="KSO_WM_TAG_VERSION" val="3.0"/>
  <p:tag name="KSO_WM_UNIT_LAYERLEVEL" val="1_1_1"/>
  <p:tag name="KSO_WM_TEMPLATE_INDEX" val="9"/>
  <p:tag name="KSO_WM_TEMPLATE_CATEGORY" val="custom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9*l_h_i*1_1_1"/>
  <p:tag name="KSO_WM_TAG_VERSION" val="3.0"/>
  <p:tag name="KSO_WM_UNIT_LAYERLEVEL" val="1_1_1"/>
  <p:tag name="KSO_WM_TEMPLATE_INDEX" val="9"/>
  <p:tag name="KSO_WM_TEMPLATE_CATEGORY" val="custom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df3e0c35c1ec2267373f9c62811257d1864d125a"/>
  <p:tag name="KSO_WM_NEWLAYOUT_ID" val="slide_61223ae7a7f7aefc"/>
  <p:tag name="KSO_WM_UNIT_ID" val="_19*a*1"/>
  <p:tag name="KSO_WM_TAG_VERSION" val="3.0"/>
  <p:tag name="KSO_WM_UNIT_LAYERLEVEL" val="1"/>
  <p:tag name="KSO_WM_TEMPLATE_INDEX" val="9"/>
  <p:tag name="KSO_WM_TEMPLATE_CATEGORY" val="custom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9*b*1"/>
  <p:tag name="KSO_WM_TAG_VERSION" val="3.0"/>
  <p:tag name="KSO_WM_UNIT_LAYERLEVEL" val="1"/>
  <p:tag name="KSO_WM_TEMPLATE_INDEX" val="9"/>
  <p:tag name="KSO_WM_TEMPLATE_CATEGORY" val="custom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5_1"/>
  <p:tag name="KSO_WM_UNIT_TYPE" val="l_h_a"/>
  <p:tag name="KSO_WM_UNIT_ID" val="_20*l_h_a*1_5_1"/>
  <p:tag name="KSO_WM_TAG_VERSION" val="3.0"/>
  <p:tag name="KSO_WM_UNIT_LAYERLEVEL" val="1_1_1"/>
  <p:tag name="KSO_WM_TEMPLATE_INDEX" val="9"/>
  <p:tag name="KSO_WM_TEMPLATE_CATEGORY" val="custom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5_2"/>
  <p:tag name="KSO_WM_UNIT_TYPE" val="l_h_i"/>
  <p:tag name="KSO_WM_UNIT_ID" val="_20*l_h_i*1_5_2"/>
  <p:tag name="KSO_WM_TAG_VERSION" val="3.0"/>
  <p:tag name="KSO_WM_UNIT_LAYERLEVEL" val="1_1_1"/>
  <p:tag name="KSO_WM_TEMPLATE_INDEX" val="9"/>
  <p:tag name="KSO_WM_TEMPLATE_CATEGORY" val="custom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5_1"/>
  <p:tag name="KSO_WM_UNIT_SUBTYPE" val="d"/>
  <p:tag name="KSO_WM_UNIT_TYPE" val="l_h_i"/>
  <p:tag name="KSO_WM_UNIT_ID" val="_20*l_h_i*1_5_1"/>
  <p:tag name="KSO_WM_TAG_VERSION" val="3.0"/>
  <p:tag name="KSO_WM_UNIT_LAYERLEVEL" val="1_1_1"/>
  <p:tag name="KSO_WM_TEMPLATE_INDEX" val="9"/>
  <p:tag name="KSO_WM_TEMPLATE_CATEGORY" val="custom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TYPE" val="l_h_a"/>
  <p:tag name="KSO_WM_UNIT_ID" val="_20*l_h_a*1_4_1"/>
  <p:tag name="KSO_WM_TAG_VERSION" val="3.0"/>
  <p:tag name="KSO_WM_UNIT_LAYERLEVEL" val="1_1_1"/>
  <p:tag name="KSO_WM_TEMPLATE_INDEX" val="9"/>
  <p:tag name="KSO_WM_TEMPLATE_CATEGORY" val="custom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4_2"/>
  <p:tag name="KSO_WM_UNIT_TYPE" val="l_h_i"/>
  <p:tag name="KSO_WM_UNIT_ID" val="_20*l_h_i*1_4_2"/>
  <p:tag name="KSO_WM_TAG_VERSION" val="3.0"/>
  <p:tag name="KSO_WM_UNIT_LAYERLEVEL" val="1_1_1"/>
  <p:tag name="KSO_WM_TEMPLATE_INDEX" val="9"/>
  <p:tag name="KSO_WM_TEMPLATE_CATEGORY" val="custom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SUBTYPE" val="d"/>
  <p:tag name="KSO_WM_UNIT_TYPE" val="l_h_i"/>
  <p:tag name="KSO_WM_UNIT_ID" val="_20*l_h_i*1_4_1"/>
  <p:tag name="KSO_WM_TAG_VERSION" val="3.0"/>
  <p:tag name="KSO_WM_UNIT_LAYERLEVEL" val="1_1_1"/>
  <p:tag name="KSO_WM_TEMPLATE_INDEX" val="9"/>
  <p:tag name="KSO_WM_TEMPLATE_CATEGORY" val="custom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ID" val="_20*l_h_a*1_3_1"/>
  <p:tag name="KSO_WM_TAG_VERSION" val="3.0"/>
  <p:tag name="KSO_WM_UNIT_LAYERLEVEL" val="1_1_1"/>
  <p:tag name="KSO_WM_TEMPLATE_INDEX" val="9"/>
  <p:tag name="KSO_WM_TEMPLATE_CATEGORY" val="custom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3_2"/>
  <p:tag name="KSO_WM_UNIT_TYPE" val="l_h_i"/>
  <p:tag name="KSO_WM_UNIT_ID" val="_20*l_h_i*1_3_2"/>
  <p:tag name="KSO_WM_TAG_VERSION" val="3.0"/>
  <p:tag name="KSO_WM_UNIT_LAYERLEVEL" val="1_1_1"/>
  <p:tag name="KSO_WM_TEMPLATE_INDEX" val="9"/>
  <p:tag name="KSO_WM_TEMPLATE_CATEGORY" val="custo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SUBTYPE" val="d"/>
  <p:tag name="KSO_WM_UNIT_TYPE" val="l_h_i"/>
  <p:tag name="KSO_WM_UNIT_ID" val="_20*l_h_i*1_3_1"/>
  <p:tag name="KSO_WM_TAG_VERSION" val="3.0"/>
  <p:tag name="KSO_WM_UNIT_LAYERLEVEL" val="1_1_1"/>
  <p:tag name="KSO_WM_TEMPLATE_INDEX" val="9"/>
  <p:tag name="KSO_WM_TEMPLATE_CATEGORY" val="custo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20*l_h_a*1_2_1"/>
  <p:tag name="KSO_WM_TAG_VERSION" val="3.0"/>
  <p:tag name="KSO_WM_UNIT_LAYERLEVEL" val="1_1_1"/>
  <p:tag name="KSO_WM_TEMPLATE_INDEX" val="9"/>
  <p:tag name="KSO_WM_TEMPLATE_CATEGORY" val="custo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20*l_h_i*1_2_2"/>
  <p:tag name="KSO_WM_TAG_VERSION" val="3.0"/>
  <p:tag name="KSO_WM_UNIT_LAYERLEVEL" val="1_1_1"/>
  <p:tag name="KSO_WM_TEMPLATE_INDEX" val="9"/>
  <p:tag name="KSO_WM_TEMPLATE_CATEGORY" val="custom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20*l_h_i*1_2_1"/>
  <p:tag name="KSO_WM_TAG_VERSION" val="3.0"/>
  <p:tag name="KSO_WM_UNIT_LAYERLEVEL" val="1_1_1"/>
  <p:tag name="KSO_WM_TEMPLATE_INDEX" val="9"/>
  <p:tag name="KSO_WM_TEMPLATE_CATEGORY" val="custom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20*l_h_a*1_1_1"/>
  <p:tag name="KSO_WM_TAG_VERSION" val="3.0"/>
  <p:tag name="KSO_WM_UNIT_LAYERLEVEL" val="1_1_1"/>
  <p:tag name="KSO_WM_TEMPLATE_INDEX" val="9"/>
  <p:tag name="KSO_WM_TEMPLATE_CATEGORY" val="custom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20*l_h_i*1_1_2"/>
  <p:tag name="KSO_WM_TAG_VERSION" val="3.0"/>
  <p:tag name="KSO_WM_UNIT_LAYERLEVEL" val="1_1_1"/>
  <p:tag name="KSO_WM_TEMPLATE_INDEX" val="9"/>
  <p:tag name="KSO_WM_TEMPLATE_CATEGORY" val="custom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20*l_h_i*1_1_1"/>
  <p:tag name="KSO_WM_TAG_VERSION" val="3.0"/>
  <p:tag name="KSO_WM_UNIT_LAYERLEVEL" val="1_1_1"/>
  <p:tag name="KSO_WM_TEMPLATE_INDEX" val="9"/>
  <p:tag name="KSO_WM_TEMPLATE_CATEGORY" val="custom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bdc804e7abf0c8c854756807082f64502966170"/>
  <p:tag name="KSO_WM_NEWLAYOUT_ID" val="slide_cea45c27deb23863"/>
  <p:tag name="KSO_WM_UNIT_ID" val="_20*a*1"/>
  <p:tag name="KSO_WM_TAG_VERSION" val="3.0"/>
  <p:tag name="KSO_WM_UNIT_LAYERLEVEL" val="1"/>
  <p:tag name="KSO_WM_TEMPLATE_INDEX" val="9"/>
  <p:tag name="KSO_WM_TEMPLATE_CATEGORY" val="custom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20*b*1"/>
  <p:tag name="KSO_WM_TAG_VERSION" val="3.0"/>
  <p:tag name="KSO_WM_UNIT_LAYERLEVEL" val="1"/>
  <p:tag name="KSO_WM_TEMPLATE_INDEX" val="9"/>
  <p:tag name="KSO_WM_TEMPLATE_CATEGORY" val="custom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6_1"/>
  <p:tag name="KSO_WM_UNIT_TYPE" val="l_h_a"/>
  <p:tag name="KSO_WM_UNIT_ID" val="_21*l_h_a*1_6_1"/>
  <p:tag name="KSO_WM_TAG_VERSION" val="3.0"/>
  <p:tag name="KSO_WM_UNIT_LAYERLEVEL" val="1_1_1"/>
  <p:tag name="KSO_WM_TEMPLATE_INDEX" val="9"/>
  <p:tag name="KSO_WM_TEMPLATE_CATEGORY" val="custom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6_2"/>
  <p:tag name="KSO_WM_UNIT_TYPE" val="l_h_i"/>
  <p:tag name="KSO_WM_UNIT_ID" val="_21*l_h_i*1_6_2"/>
  <p:tag name="KSO_WM_TAG_VERSION" val="3.0"/>
  <p:tag name="KSO_WM_UNIT_LAYERLEVEL" val="1_1_1"/>
  <p:tag name="KSO_WM_TEMPLATE_INDEX" val="9"/>
  <p:tag name="KSO_WM_TEMPLATE_CATEGORY" val="custom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6_1"/>
  <p:tag name="KSO_WM_UNIT_SUBTYPE" val="d"/>
  <p:tag name="KSO_WM_UNIT_TYPE" val="l_h_i"/>
  <p:tag name="KSO_WM_UNIT_ID" val="_21*l_h_i*1_6_1"/>
  <p:tag name="KSO_WM_TAG_VERSION" val="3.0"/>
  <p:tag name="KSO_WM_UNIT_LAYERLEVEL" val="1_1_1"/>
  <p:tag name="KSO_WM_TEMPLATE_INDEX" val="9"/>
  <p:tag name="KSO_WM_TEMPLATE_CATEGORY" val="custom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5_1"/>
  <p:tag name="KSO_WM_UNIT_TYPE" val="l_h_a"/>
  <p:tag name="KSO_WM_UNIT_ID" val="_21*l_h_a*1_5_1"/>
  <p:tag name="KSO_WM_TAG_VERSION" val="3.0"/>
  <p:tag name="KSO_WM_UNIT_LAYERLEVEL" val="1_1_1"/>
  <p:tag name="KSO_WM_TEMPLATE_INDEX" val="9"/>
  <p:tag name="KSO_WM_TEMPLATE_CATEGORY" val="custom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5_2"/>
  <p:tag name="KSO_WM_UNIT_TYPE" val="l_h_i"/>
  <p:tag name="KSO_WM_UNIT_ID" val="_21*l_h_i*1_5_2"/>
  <p:tag name="KSO_WM_TAG_VERSION" val="3.0"/>
  <p:tag name="KSO_WM_UNIT_LAYERLEVEL" val="1_1_1"/>
  <p:tag name="KSO_WM_TEMPLATE_INDEX" val="9"/>
  <p:tag name="KSO_WM_TEMPLATE_CATEGORY" val="custom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5_1"/>
  <p:tag name="KSO_WM_UNIT_SUBTYPE" val="d"/>
  <p:tag name="KSO_WM_UNIT_TYPE" val="l_h_i"/>
  <p:tag name="KSO_WM_UNIT_ID" val="_21*l_h_i*1_5_1"/>
  <p:tag name="KSO_WM_TAG_VERSION" val="3.0"/>
  <p:tag name="KSO_WM_UNIT_LAYERLEVEL" val="1_1_1"/>
  <p:tag name="KSO_WM_TEMPLATE_INDEX" val="9"/>
  <p:tag name="KSO_WM_TEMPLATE_CATEGORY" val="custom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TYPE" val="l_h_a"/>
  <p:tag name="KSO_WM_UNIT_ID" val="_21*l_h_a*1_4_1"/>
  <p:tag name="KSO_WM_TAG_VERSION" val="3.0"/>
  <p:tag name="KSO_WM_UNIT_LAYERLEVEL" val="1_1_1"/>
  <p:tag name="KSO_WM_TEMPLATE_INDEX" val="9"/>
  <p:tag name="KSO_WM_TEMPLATE_CATEGORY" val="custom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4_2"/>
  <p:tag name="KSO_WM_UNIT_TYPE" val="l_h_i"/>
  <p:tag name="KSO_WM_UNIT_ID" val="_21*l_h_i*1_4_2"/>
  <p:tag name="KSO_WM_TAG_VERSION" val="3.0"/>
  <p:tag name="KSO_WM_UNIT_LAYERLEVEL" val="1_1_1"/>
  <p:tag name="KSO_WM_TEMPLATE_INDEX" val="9"/>
  <p:tag name="KSO_WM_TEMPLATE_CATEGORY" val="custom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SUBTYPE" val="d"/>
  <p:tag name="KSO_WM_UNIT_TYPE" val="l_h_i"/>
  <p:tag name="KSO_WM_UNIT_ID" val="_21*l_h_i*1_4_1"/>
  <p:tag name="KSO_WM_TAG_VERSION" val="3.0"/>
  <p:tag name="KSO_WM_UNIT_LAYERLEVEL" val="1_1_1"/>
  <p:tag name="KSO_WM_TEMPLATE_INDEX" val="9"/>
  <p:tag name="KSO_WM_TEMPLATE_CATEGORY" val="custom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ID" val="_21*l_h_a*1_3_1"/>
  <p:tag name="KSO_WM_TAG_VERSION" val="3.0"/>
  <p:tag name="KSO_WM_UNIT_LAYERLEVEL" val="1_1_1"/>
  <p:tag name="KSO_WM_TEMPLATE_INDEX" val="9"/>
  <p:tag name="KSO_WM_TEMPLATE_CATEGORY" val="custom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3_2"/>
  <p:tag name="KSO_WM_UNIT_TYPE" val="l_h_i"/>
  <p:tag name="KSO_WM_UNIT_ID" val="_21*l_h_i*1_3_2"/>
  <p:tag name="KSO_WM_TAG_VERSION" val="3.0"/>
  <p:tag name="KSO_WM_UNIT_LAYERLEVEL" val="1_1_1"/>
  <p:tag name="KSO_WM_TEMPLATE_INDEX" val="9"/>
  <p:tag name="KSO_WM_TEMPLATE_CATEGORY" val="custom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SUBTYPE" val="d"/>
  <p:tag name="KSO_WM_UNIT_TYPE" val="l_h_i"/>
  <p:tag name="KSO_WM_UNIT_ID" val="_21*l_h_i*1_3_1"/>
  <p:tag name="KSO_WM_TAG_VERSION" val="3.0"/>
  <p:tag name="KSO_WM_UNIT_LAYERLEVEL" val="1_1_1"/>
  <p:tag name="KSO_WM_TEMPLATE_INDEX" val="9"/>
  <p:tag name="KSO_WM_TEMPLATE_CATEGORY" val="custom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21*l_h_a*1_2_1"/>
  <p:tag name="KSO_WM_TAG_VERSION" val="3.0"/>
  <p:tag name="KSO_WM_UNIT_LAYERLEVEL" val="1_1_1"/>
  <p:tag name="KSO_WM_TEMPLATE_INDEX" val="9"/>
  <p:tag name="KSO_WM_TEMPLATE_CATEGORY" val="custom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21*l_h_i*1_2_2"/>
  <p:tag name="KSO_WM_TAG_VERSION" val="3.0"/>
  <p:tag name="KSO_WM_UNIT_LAYERLEVEL" val="1_1_1"/>
  <p:tag name="KSO_WM_TEMPLATE_INDEX" val="9"/>
  <p:tag name="KSO_WM_TEMPLATE_CATEGORY" val="custom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21*l_h_i*1_2_1"/>
  <p:tag name="KSO_WM_TAG_VERSION" val="3.0"/>
  <p:tag name="KSO_WM_UNIT_LAYERLEVEL" val="1_1_1"/>
  <p:tag name="KSO_WM_TEMPLATE_INDEX" val="9"/>
  <p:tag name="KSO_WM_TEMPLATE_CATEGORY" val="custom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21*l_h_a*1_1_1"/>
  <p:tag name="KSO_WM_TAG_VERSION" val="3.0"/>
  <p:tag name="KSO_WM_UNIT_LAYERLEVEL" val="1_1_1"/>
  <p:tag name="KSO_WM_TEMPLATE_INDEX" val="9"/>
  <p:tag name="KSO_WM_TEMPLATE_CATEGORY" val="custom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21*l_h_i*1_1_2"/>
  <p:tag name="KSO_WM_TAG_VERSION" val="3.0"/>
  <p:tag name="KSO_WM_UNIT_LAYERLEVEL" val="1_1_1"/>
  <p:tag name="KSO_WM_TEMPLATE_INDEX" val="9"/>
  <p:tag name="KSO_WM_TEMPLATE_CATEGORY" val="custom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21*l_h_i*1_1_1"/>
  <p:tag name="KSO_WM_TAG_VERSION" val="3.0"/>
  <p:tag name="KSO_WM_UNIT_LAYERLEVEL" val="1_1_1"/>
  <p:tag name="KSO_WM_TEMPLATE_INDEX" val="9"/>
  <p:tag name="KSO_WM_TEMPLATE_CATEGORY" val="custom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b43f9bff6bc3de7ac536b5d9753c66504f5468e0"/>
  <p:tag name="KSO_WM_NEWLAYOUT_ID" val="slide_ba60fb0293b23fda"/>
  <p:tag name="KSO_WM_UNIT_ID" val="_21*a*1"/>
  <p:tag name="KSO_WM_TAG_VERSION" val="3.0"/>
  <p:tag name="KSO_WM_UNIT_LAYERLEVEL" val="1"/>
  <p:tag name="KSO_WM_TEMPLATE_INDEX" val="9"/>
  <p:tag name="KSO_WM_TEMPLATE_CATEGORY" val="custom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21*b*1"/>
  <p:tag name="KSO_WM_TAG_VERSION" val="3.0"/>
  <p:tag name="KSO_WM_UNIT_LAYERLEVEL" val="1"/>
  <p:tag name="KSO_WM_TEMPLATE_INDEX" val="9"/>
  <p:tag name="KSO_WM_TEMPLATE_CATEGORY" val="custom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9accc28d325ba8132e1e861f6ff311e98d38ad2"/>
  <p:tag name="KSO_WM_NEWLAYOUT_GROUP_ID" val="layout_3"/>
  <p:tag name="KSO_WM_NEWLAYOUT_ID" val="slide_3516c8f495a4dda9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1"/>
  <p:tag name="KSO_WM_UNIT_TYPE" val="l_h_i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1"/>
  <p:tag name="$PH_EXT" val="1"/>
  <p:tag name="KSO_WM_BEAUTIFY_FLAG" val="#fgm#"/>
  <p:tag name="KSO_WM_DIAGRAM_GROUP_CODE" val="1"/>
  <p:tag name="KSO_WM_FIGMA_FLAG" val="#fgm#"/>
  <p:tag name="KSO_WM_UNIT_INDEX" val="1_5_1"/>
  <p:tag name="KSO_WM_UNIT_TYPE" val="l_h_x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1"/>
  <p:tag name="KSO_WM_UNIT_TYPE" val="l_h_i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2"/>
  <p:tag name="$PH_EXT" val="1"/>
  <p:tag name="KSO_WM_BEAUTIFY_FLAG" val="#fgm#"/>
  <p:tag name="KSO_WM_DIAGRAM_GROUP_CODE" val="1"/>
  <p:tag name="KSO_WM_FIGMA_FLAG" val="#fgm#"/>
  <p:tag name="KSO_WM_UNIT_INDEX" val="1_6_1"/>
  <p:tag name="KSO_WM_UNIT_TYPE" val="l_h_x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dfdd94f7bbd47d569b8980c10b41b50e6a56acf"/>
  <p:tag name="KSO_WM_NEWLAYOUT_GROUP_ID" val="layout_10013"/>
  <p:tag name="KSO_WM_NEWLAYOUT_ID" val="slide_303cabdc9a7e79c6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71f5c0a0e8fa2d446f156af926b684b84fb1db0"/>
  <p:tag name="KSO_WM_NEWLAYOUT_GROUP_ID" val="layout_10007"/>
  <p:tag name="KSO_WM_NEWLAYOUT_ID" val="slide_8bbacdfc0b9c158c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483c940226c852347bd272c8249eaba0557c300"/>
  <p:tag name="KSO_WM_NEWLAYOUT_GROUP_ID" val="layout_31"/>
  <p:tag name="KSO_WM_NEWLAYOUT_ID" val="slide_55a88b3a4ee5a61c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27a7bcc77a9d6286bf30982cc3db63337e899ab"/>
  <p:tag name="KSO_WM_NEWLAYOUT_GROUP_ID" val="layout_59"/>
  <p:tag name="KSO_WM_NEWLAYOUT_ID" val="slide_20c1f52a92422207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31bda0feee8280261c0417acf7d18a3e57d6692"/>
  <p:tag name="KSO_WM_NEWLAYOUT_GROUP_ID" val="layout_10003"/>
  <p:tag name="KSO_WM_NEWLAYOUT_ID" val="slide_a1e31e139923f8f0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a7e469f8c72ae64dac42ccbe98c17d3d5f750ed"/>
  <p:tag name="KSO_WM_NEWLAYOUT_GROUP_ID" val="layout_34"/>
  <p:tag name="KSO_WM_NEWLAYOUT_ID" val="slide_4acdb5d565d7a68b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8bb24b054fa7fc2941864f5a82d84a828209229"/>
  <p:tag name="KSO_WM_NEWLAYOUT_GROUP_ID" val="layout_27"/>
  <p:tag name="KSO_WM_NEWLAYOUT_ID" val="slide_bbec08b93f7bcfad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2b118c2eaec4a87f148896beab8083b50de116f"/>
  <p:tag name="KSO_WM_NEWLAYOUT_GROUP_ID" val="layout_10004"/>
  <p:tag name="KSO_WM_NEWLAYOUT_ID" val="slide_5590a1d109e7c98d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a148ee7ad83578e26283533212275dfc1ce4a45"/>
  <p:tag name="KSO_WM_NEWLAYOUT_GROUP_ID" val="layout_32"/>
  <p:tag name="KSO_WM_NEWLAYOUT_ID" val="slide_f95b87826d1fb558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4e959f9bd0c9f2fe25c00bfff06503279d359ad"/>
  <p:tag name="KSO_WM_NEWLAYOUT_GROUP_ID" val="layout_35"/>
  <p:tag name="KSO_WM_NEWLAYOUT_ID" val="slide_90cdd96762bb354a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3530287913414c40546927678eafb139aa6a033"/>
  <p:tag name="KSO_WM_NEWLAYOUT_GROUP_ID" val="layout_42"/>
  <p:tag name="KSO_WM_NEWLAYOUT_ID" val="slide_e1461cd84873efff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f6de50f2549fe9977beedc91b8070effb7bfc2d"/>
  <p:tag name="KSO_WM_NEWLAYOUT_GROUP_ID" val="layout_26"/>
  <p:tag name="KSO_WM_NEWLAYOUT_ID" val="slide_4e8a2b389c8bbf30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d31a7a1d316894d7a74b90c33792818d0a6f58b"/>
  <p:tag name="KSO_WM_NEWLAYOUT_GROUP_ID" val="layout_2"/>
  <p:tag name="KSO_WM_NEWLAYOUT_ID" val="slide_d19e6d640707aedf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a060a8a0a6f5dc7c076c6586f3d0cab89cfc194"/>
  <p:tag name="KSO_WM_NEWLAYOUT_GROUP_ID" val="layout_10009"/>
  <p:tag name="KSO_WM_NEWLAYOUT_ID" val="slide_a9f218f13f497792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f1ab42eb8484b0f255e51cd273fd99cadc02b43"/>
  <p:tag name="KSO_WM_NEWLAYOUT_GROUP_ID" val="layout_10008"/>
  <p:tag name="KSO_WM_NEWLAYOUT_ID" val="slide_d71f76e6c456aee2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9c5110ac44ab5aef8b0fd497f7da8328477f2e3"/>
  <p:tag name="KSO_WM_NEWLAYOUT_GROUP_ID" val="layout_49"/>
  <p:tag name="KSO_WM_NEWLAYOUT_ID" val="slide_c2bbdeee6f9d8775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0789002dcd2fc1564451c6ddf5073c7a0893b65"/>
  <p:tag name="KSO_WM_NEWLAYOUT_GROUP_ID" val="layout_61"/>
  <p:tag name="KSO_WM_NEWLAYOUT_ID" val="slide_a545310637f23f8a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YPE" val="e"/>
  <p:tag name="KSO_WM_UNIT_ID" val="_1*e*1"/>
  <p:tag name="KSO_WM_TAG_VERSION" val="3.0"/>
  <p:tag name="KSO_WM_UNIT_LAYERLEVEL" val="1"/>
  <p:tag name="KSO_WM_TEMPLATE_INDEX" val="9"/>
  <p:tag name="KSO_WM_TEMPLATE_CATEGORY" val="custom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b1a5cea7e282846f6f28a7c7d125af8d1d2c733"/>
  <p:tag name="KSO_WM_NEWLAYOUT_ID" val="slide_8d1615941f9e1a55"/>
  <p:tag name="KSO_WM_UNIT_ID" val="_1*a*1"/>
  <p:tag name="KSO_WM_TAG_VERSION" val="3.0"/>
  <p:tag name="KSO_WM_UNIT_LAYERLEVEL" val="1"/>
  <p:tag name="KSO_WM_TEMPLATE_INDEX" val="9"/>
  <p:tag name="KSO_WM_TEMPLATE_CATEGORY" val="custom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ITEMPLATE_STYLE_ID" val="0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YPE" val="e"/>
  <p:tag name="KSO_WM_UNIT_ID" val="_1*e*1"/>
  <p:tag name="KSO_WM_TAG_VERSION" val="3.0"/>
  <p:tag name="KSO_WM_UNIT_LAYERLEVEL" val="1"/>
  <p:tag name="KSO_WM_TEMPLATE_INDEX" val="9"/>
  <p:tag name="KSO_WM_TEMPLATE_CATEGORY" val="custom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b1a5cea7e282846f6f28a7c7d125af8d1d2c733"/>
  <p:tag name="KSO_WM_NEWLAYOUT_ID" val="slide_8d1615941f9e1a55"/>
  <p:tag name="KSO_WM_UNIT_ID" val="_1*a*1"/>
  <p:tag name="KSO_WM_TAG_VERSION" val="3.0"/>
  <p:tag name="KSO_WM_UNIT_LAYERLEVEL" val="1"/>
  <p:tag name="KSO_WM_TEMPLATE_INDEX" val="9"/>
  <p:tag name="KSO_WM_TEMPLATE_CATEGORY" val="custom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AIBEASPECIALSHAPE" val="1"/>
  <p:tag name="KSO_WM_AILAYOUT_OPTION" val="0_1_1_0"/>
  <p:tag name="KSO_WM_LAYOUT_CARDGROUP_FEATURE" val="2*1*5*1*1"/>
  <p:tag name="KSO_WM_LAYOUT_CARDGROUP_ID" val="17972065c98c42ffa8aa316714aed541"/>
  <p:tag name="KSO_WM_LAYOUT_CARDGROUP_STYLE_INFO" val="C1_sc_p2*standard*1"/>
  <p:tag name="KSO_WM_LAYOUT_CARD_COUNT" val="2"/>
  <p:tag name="KSO_WM_LAYOUT_CHECK_HASH" val="d6ded419ac9554352b765eca663dced525aab967"/>
  <p:tag name="KSO_WM_LAYOUT_DOMHASH" val="0f47d3a79191b20efddc72f564c09dc6dfe15fce"/>
  <p:tag name="KSO_WM_LAYOUT_MCSHASH" val="22987016c16323f657ee5886832f4356a277d984"/>
  <p:tag name="KSO_WM_NEWLAYOUT_GROUP_ID" val="40"/>
  <p:tag name="KSO_WM_NEWLAYOUT_ID" val="lay_44d203f009798acb347d564745133717974a016f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PLACEHOLDER_TYPE" val="cg"/>
  <p:tag name="KSO_WM_UNIT_INDEX" val="1"/>
  <p:tag name="KSO_WM_BEAUTIFY_FLAG" val="#wm#"/>
  <p:tag name="KSO_WM_TAG_VERSION" val="3.0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AIBEASPECIALSHAPE" val="1"/>
  <p:tag name="KSO_WM_AILAYOUT_OPTION" val="0_1_1_0"/>
  <p:tag name="KSO_WM_LAYOUT_CARDGROUP_FEATURE" val="2*3*11*1*1"/>
  <p:tag name="KSO_WM_LAYOUT_CARDGROUP_ID" val="19b62038611649eda6a71a384af501b6"/>
  <p:tag name="KSO_WM_LAYOUT_CARDGROUP_STYLE_INFO" val="C1_sc_p2*standard*0"/>
  <p:tag name="KSO_WM_LAYOUT_CARD_COUNT" val="3"/>
  <p:tag name="KSO_WM_LAYOUT_CHECK_HASH" val="c7188a40603dd1c44b6a135a8b032384a9124ff9"/>
  <p:tag name="KSO_WM_LAYOUT_DOMHASH" val="f5668c564ae9b4e4e76f3cc39407d3878926e36f"/>
  <p:tag name="KSO_WM_LAYOUT_MCSHASH" val="3414dd20a39b67eef3d2798c1b6fcbd94e62aa07"/>
  <p:tag name="KSO_WM_NEWLAYOUT_GROUP_ID" val="40"/>
  <p:tag name="KSO_WM_NEWLAYOUT_ID" val="lay_8a4d82f9af660c8555bffcf9ad2238b905eeb3f2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PLACEHOLDER_TYPE" val="cg"/>
  <p:tag name="KSO_WM_UNIT_INDEX" val="1"/>
  <p:tag name="KSO_WM_BEAUTIFY_FLAG" val="#wm#"/>
  <p:tag name="KSO_WM_TAG_VERSION" val="3.0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e1ecc87f8bd910b3ae92edebe536c6cb385c8a01"/>
  <p:tag name="KSO_WM_NEWLAYOUT_ID" val="slide_47de9d0eaa58c516"/>
  <p:tag name="KSO_WM_UNIT_ID" val="_2*a*1"/>
  <p:tag name="KSO_WM_TAG_VERSION" val="3.0"/>
  <p:tag name="KSO_WM_UNIT_LAYERLEVEL" val="1"/>
  <p:tag name="KSO_WM_TEMPLATE_INDEX" val="9"/>
  <p:tag name="KSO_WM_TEMPLATE_CATEGORY" val="custom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2*b*1"/>
  <p:tag name="KSO_WM_TAG_VERSION" val="3.0"/>
  <p:tag name="KSO_WM_UNIT_LAYERLEVEL" val="1"/>
  <p:tag name="KSO_WM_TEMPLATE_INDEX" val="9"/>
  <p:tag name="KSO_WM_TEMPLATE_CATEGORY" val="custom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TEMPLATE_PLACEHOLDER_POS" val="0,80.625,960,427.5"/>
  <p:tag name="KSO_WM_SLIDE_SUBTYPE" val="pureTxt"/>
  <p:tag name="KSO_WM_SLIDE_ITEM_CNT" val="0"/>
  <p:tag name="KSO_WM_TEMPLATE_INDEX" val="9"/>
  <p:tag name="KSO_WM_SLIDE_THEME_ID" val="20232069"/>
  <p:tag name="KSO_WM_SLIDE_INDEX" val="1"/>
  <p:tag name="KSO_WM_BEAUTIFY_FLAG" val="#wm#"/>
  <p:tag name="KSO_WM_TEMPLATE_CATEGORY" val="custom"/>
  <p:tag name="KSO_WM_TEMPLATE_THUMBS_INDEX" val="1、14"/>
  <p:tag name="KSO_WM_SLIDE_ID" val="custom9_1"/>
  <p:tag name="KSO_WM_SLIDE_LAYOUT" val="a_d_f"/>
  <p:tag name="KSO_WM_SLIDE_LAYOUT_CNT" val="1_1_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d"/>
  <p:tag name="KSO_WM_UNIT_INDEX" val="4"/>
  <p:tag name="KSO_WM_BEAUTIFY_FLAG" val="#wm#"/>
  <p:tag name="KSO_WM_TAG_VERSION" val="3.0"/>
  <p:tag name="KSO_WM_TEMPLATE_NEED_RESERVE" val="1"/>
  <p:tag name="KSO_WM_UNIT_ID" val="custom9_1*f*4"/>
  <p:tag name="KSO_WM_UNIT_LAYERLEVEL" val="1"/>
  <p:tag name="KSO_WM_TEMPLATE_INDEX" val="9"/>
  <p:tag name="KSO_WM_TEMPLATE_CATEGORY" val="custom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9_1*a*1"/>
  <p:tag name="KSO_WM_TEMPLATE_INDEX" val="9"/>
  <p:tag name="KSO_WM_TEMPLATE_CATEGORY" val="custom"/>
  <p:tag name="KSO_WM_UNIT_LAYERLEVEL" val="1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NEED_RESERVE" val="1"/>
  <p:tag name="KSO_WM_TEMPLATE_INDEX" val="9"/>
  <p:tag name="KSO_WM_TEMPLATE_CATEGORY" val="custom"/>
  <p:tag name="KSO_WM_UNIT_ID" val="custom9_1*d*1"/>
  <p:tag name="KSO_WM_UNIT_LAYERLEVEL" val="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sectionTitle"/>
  <p:tag name="KSO_WM_TEMPLATE_INDEX" val="9"/>
  <p:tag name="KSO_WM_SLIDE_THEME_ID" val="20237789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9_12"/>
  <p:tag name="KSO_WM_SLIDE_LAYOUT" val="a_e_j"/>
  <p:tag name="KSO_WM_SLIDE_LAYOUT_CNT" val="1_1_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71f5c0a0e8fa2d446f156af926b684b84fb1db0"/>
  <p:tag name="KSO_WM_NEWLAYOUT_GROUP_ID" val="layout_10007"/>
  <p:tag name="KSO_WM_NEWLAYOUT_ID" val="slide_8bbacdfc0b9c158c"/>
  <p:tag name="KSO_WM_UNIT_PRESET_TEXT" val="单击此处添加标题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j"/>
  <p:tag name="KSO_WM_DECORATE_TYPE" val="i_lg"/>
  <p:tag name="KSO_WM_UNIT_INDEX" val="1"/>
  <p:tag name="KSO_WM_BEAUTIFY_FLAG" val="#wm#"/>
  <p:tag name="KSO_WM_TAG_VERSION" val="3.0"/>
  <p:tag name="KSO_WM_TEMPLATE_NEED_RESERVE" val="1"/>
  <p:tag name="SLIDEZORDER" val="3"/>
  <p:tag name="KSO_WM_TEMPLATE_INDEX" val="9"/>
  <p:tag name="KSO_WM_TEMPLATE_CATEGORY" val="custom"/>
  <p:tag name="KSO_WM_UNIT_ID" val="custom9_12*j*1"/>
  <p:tag name="KSO_WM_UNIT_LAYERLEVEL" val="1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LIDE_ID" val="lay_44d203f009798acb347d564745133717974a016f"/>
  <p:tag name="KSO_WM_SLIDE_ITEM_CNT" val="2"/>
  <p:tag name="KSO_WM_SLIDE_CHECK_HASH" val="99dde32c47e7b28a2f99a70b750c79cc4d77f6c2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71f5c0a0e8fa2d446f156af926b684b84fb1db0"/>
  <p:tag name="KSO_WM_NEWLAYOUT_GROUP_ID" val="layout_10007"/>
  <p:tag name="KSO_WM_NEWLAYOUT_ID" val="slide_8bbacdfc0b9c158c"/>
  <p:tag name="KSO_WM_UNIT_PRESET_TEXT" val="单击此处添加标题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j"/>
  <p:tag name="KSO_WM_DECORATE_TYPE" val="i_lg"/>
  <p:tag name="KSO_WM_UNIT_INDEX" val="1"/>
  <p:tag name="KSO_WM_BEAUTIFY_FLAG" val="#wm#"/>
  <p:tag name="KSO_WM_TAG_VERSION" val="3.0"/>
  <p:tag name="KSO_WM_TEMPLATE_NEED_RESERVE" val="1"/>
  <p:tag name="SLIDEZORDER" val="3"/>
  <p:tag name="KSO_WM_TEMPLATE_INDEX" val="9"/>
  <p:tag name="KSO_WM_TEMPLATE_CATEGORY" val="custom"/>
  <p:tag name="KSO_WM_UNIT_ID" val="custom9_12*j*1"/>
  <p:tag name="KSO_WM_UNIT_LAYERLEVEL" val="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LIDE_ID" val="lay_44d203f009798acb347d564745133717974a016f"/>
  <p:tag name="KSO_WM_SLIDE_ITEM_CNT" val="2"/>
  <p:tag name="KSO_WM_SLIDE_CHECK_HASH" val="99dde32c47e7b28a2f99a70b750c79cc4d77f6c2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71f5c0a0e8fa2d446f156af926b684b84fb1db0"/>
  <p:tag name="KSO_WM_NEWLAYOUT_GROUP_ID" val="layout_10007"/>
  <p:tag name="KSO_WM_NEWLAYOUT_ID" val="slide_8bbacdfc0b9c158c"/>
  <p:tag name="KSO_WM_UNIT_PRESET_TEXT" val="单击此处添加标题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j"/>
  <p:tag name="KSO_WM_DECORATE_TYPE" val="i_lg"/>
  <p:tag name="KSO_WM_UNIT_INDEX" val="1"/>
  <p:tag name="KSO_WM_BEAUTIFY_FLAG" val="#wm#"/>
  <p:tag name="KSO_WM_TAG_VERSION" val="3.0"/>
  <p:tag name="KSO_WM_TEMPLATE_NEED_RESERVE" val="1"/>
  <p:tag name="SLIDEZORDER" val="3"/>
  <p:tag name="KSO_WM_TEMPLATE_INDEX" val="9"/>
  <p:tag name="KSO_WM_TEMPLATE_CATEGORY" val="custom"/>
  <p:tag name="KSO_WM_UNIT_ID" val="custom9_12*j*1"/>
  <p:tag name="KSO_WM_UNIT_LAYERLEVEL" val="1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6"/>
  <p:tag name="KSO_WM_SLIDE_TYPE" val="text"/>
  <p:tag name="KSO_WM_TEMPLATE_SUBCATEGORY" val="29"/>
  <p:tag name="KSO_WM_BEAUTIFY_FLAG" val="#wm#"/>
  <p:tag name="KSO_WM_TEMPLATE_FIGMA_ID" val="0"/>
  <p:tag name="KSO_WM_TEMPLATE_SLIDE_ID" val="slide_8bbacdfc0b9c158c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71f5c0a0e8fa2d446f156af926b684b84fb1db0"/>
  <p:tag name="KSO_WM_NEWLAYOUT_GROUP_ID" val="layout_10007"/>
  <p:tag name="KSO_WM_NEWLAYOUT_ID" val="slide_8bbacdfc0b9c158c"/>
  <p:tag name="KSO_WM_UNIT_PRESET_TEXT" val="单击此处添加标题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  <p:tag name="KSO_WM_UNIT_PRESET_TEXT" val="单击此处添加项正文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  <p:tag name="KSO_WM_UNIT_PRESET_TEXT" val="单击此处添加项标题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  <p:tag name="KSO_WM_UNIT_PRESET_TEXT" val="单击此处添加项正文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j"/>
  <p:tag name="KSO_WM_DECORATE_TYPE" val="i_lg"/>
  <p:tag name="KSO_WM_UNIT_INDEX" val="1"/>
  <p:tag name="KSO_WM_BEAUTIFY_FLAG" val="#wm#"/>
  <p:tag name="KSO_WM_TAG_VERSION" val="3.0"/>
  <p:tag name="KSO_WM_TEMPLATE_NEED_RESERVE" val="1"/>
  <p:tag name="SLIDEZORDER" val="3"/>
  <p:tag name="KSO_WM_UNIT_ID" val="custom9_13*j*1"/>
  <p:tag name="KSO_WM_UNIT_LAYERLEVEL" val="1"/>
  <p:tag name="KSO_WM_TEMPLATE_INDEX" val="9"/>
  <p:tag name="KSO_WM_TEMPLATE_CATEGORY" val="custom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sectionTitle"/>
  <p:tag name="KSO_WM_TEMPLATE_INDEX" val="9"/>
  <p:tag name="KSO_WM_SLIDE_THEME_ID" val="20237789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9_12"/>
  <p:tag name="KSO_WM_SLIDE_LAYOUT" val="a_e_j"/>
  <p:tag name="KSO_WM_SLIDE_LAYOUT_CNT" val="1_1_1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71f5c0a0e8fa2d446f156af926b684b84fb1db0"/>
  <p:tag name="KSO_WM_NEWLAYOUT_GROUP_ID" val="layout_10007"/>
  <p:tag name="KSO_WM_NEWLAYOUT_ID" val="slide_8bbacdfc0b9c158c"/>
  <p:tag name="KSO_WM_UNIT_PRESET_TEXT" val="单击此处添加标题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j"/>
  <p:tag name="KSO_WM_DECORATE_TYPE" val="i_lg"/>
  <p:tag name="KSO_WM_UNIT_INDEX" val="1"/>
  <p:tag name="KSO_WM_BEAUTIFY_FLAG" val="#wm#"/>
  <p:tag name="KSO_WM_TAG_VERSION" val="3.0"/>
  <p:tag name="KSO_WM_TEMPLATE_NEED_RESERVE" val="1"/>
  <p:tag name="SLIDEZORDER" val="3"/>
  <p:tag name="KSO_WM_TEMPLATE_INDEX" val="9"/>
  <p:tag name="KSO_WM_TEMPLATE_CATEGORY" val="custom"/>
  <p:tag name="KSO_WM_UNIT_ID" val="custom9_12*j*1"/>
  <p:tag name="KSO_WM_UNIT_LAYERLEVEL" val="1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j"/>
  <p:tag name="KSO_WM_DECORATE_TYPE" val="i_lg"/>
  <p:tag name="KSO_WM_UNIT_INDEX" val="1"/>
  <p:tag name="KSO_WM_BEAUTIFY_FLAG" val="#wm#"/>
  <p:tag name="KSO_WM_TAG_VERSION" val="3.0"/>
  <p:tag name="KSO_WM_TEMPLATE_NEED_RESERVE" val="1"/>
  <p:tag name="SLIDEZORDER" val="3"/>
  <p:tag name="KSO_WM_UNIT_ID" val="custom9_13*j*1"/>
  <p:tag name="KSO_WM_UNIT_LAYERLEVEL" val="1"/>
  <p:tag name="KSO_WM_TEMPLATE_INDEX" val="9"/>
  <p:tag name="KSO_WM_TEMPLATE_CATEGORY" val="custom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j"/>
  <p:tag name="KSO_WM_DECORATE_TYPE" val="i_lg"/>
  <p:tag name="KSO_WM_UNIT_INDEX" val="1"/>
  <p:tag name="KSO_WM_BEAUTIFY_FLAG" val="#wm#"/>
  <p:tag name="KSO_WM_TAG_VERSION" val="3.0"/>
  <p:tag name="KSO_WM_TEMPLATE_NEED_RESERVE" val="1"/>
  <p:tag name="SLIDEZORDER" val="3"/>
  <p:tag name="KSO_WM_UNIT_ID" val="custom9_13*j*1"/>
  <p:tag name="KSO_WM_UNIT_LAYERLEVEL" val="1"/>
  <p:tag name="KSO_WM_TEMPLATE_INDEX" val="9"/>
  <p:tag name="KSO_WM_TEMPLATE_CATEGORY" val="custom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j"/>
  <p:tag name="KSO_WM_DECORATE_TYPE" val="i_lg"/>
  <p:tag name="KSO_WM_UNIT_INDEX" val="1"/>
  <p:tag name="KSO_WM_BEAUTIFY_FLAG" val="#wm#"/>
  <p:tag name="KSO_WM_TAG_VERSION" val="3.0"/>
  <p:tag name="KSO_WM_TEMPLATE_NEED_RESERVE" val="1"/>
  <p:tag name="SLIDEZORDER" val="3"/>
  <p:tag name="KSO_WM_UNIT_ID" val="custom9_13*j*1"/>
  <p:tag name="KSO_WM_UNIT_LAYERLEVEL" val="1"/>
  <p:tag name="KSO_WM_TEMPLATE_INDEX" val="9"/>
  <p:tag name="KSO_WM_TEMPLATE_CATEGORY" val="custom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j"/>
  <p:tag name="KSO_WM_DECORATE_TYPE" val="i_lg"/>
  <p:tag name="KSO_WM_UNIT_INDEX" val="1"/>
  <p:tag name="KSO_WM_BEAUTIFY_FLAG" val="#wm#"/>
  <p:tag name="KSO_WM_TAG_VERSION" val="3.0"/>
  <p:tag name="KSO_WM_TEMPLATE_NEED_RESERVE" val="1"/>
  <p:tag name="SLIDEZORDER" val="3"/>
  <p:tag name="KSO_WM_UNIT_ID" val="custom9_13*j*1"/>
  <p:tag name="KSO_WM_UNIT_LAYERLEVEL" val="1"/>
  <p:tag name="KSO_WM_TEMPLATE_INDEX" val="9"/>
  <p:tag name="KSO_WM_TEMPLATE_CATEGORY" val="custom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sectionTitle"/>
  <p:tag name="KSO_WM_TEMPLATE_INDEX" val="9"/>
  <p:tag name="KSO_WM_SLIDE_THEME_ID" val="20237789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9_12"/>
  <p:tag name="KSO_WM_SLIDE_LAYOUT" val="a_e_j"/>
  <p:tag name="KSO_WM_SLIDE_LAYOUT_CNT" val="1_1_1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71f5c0a0e8fa2d446f156af926b684b84fb1db0"/>
  <p:tag name="KSO_WM_NEWLAYOUT_GROUP_ID" val="layout_10007"/>
  <p:tag name="KSO_WM_NEWLAYOUT_ID" val="slide_8bbacdfc0b9c158c"/>
  <p:tag name="KSO_WM_UNIT_PRESET_TEXT" val="单击此处添加标题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j"/>
  <p:tag name="KSO_WM_DECORATE_TYPE" val="i_lg"/>
  <p:tag name="KSO_WM_UNIT_INDEX" val="1"/>
  <p:tag name="KSO_WM_BEAUTIFY_FLAG" val="#wm#"/>
  <p:tag name="KSO_WM_TAG_VERSION" val="3.0"/>
  <p:tag name="KSO_WM_TEMPLATE_NEED_RESERVE" val="1"/>
  <p:tag name="SLIDEZORDER" val="3"/>
  <p:tag name="KSO_WM_TEMPLATE_INDEX" val="9"/>
  <p:tag name="KSO_WM_TEMPLATE_CATEGORY" val="custom"/>
  <p:tag name="KSO_WM_UNIT_ID" val="custom9_12*j*1"/>
  <p:tag name="KSO_WM_UNIT_LAYERLEVEL" val="1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4acdb5d565d7a68b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j"/>
  <p:tag name="KSO_WM_DECORATE_TYPE" val="i_lg"/>
  <p:tag name="KSO_WM_UNIT_INDEX" val="1"/>
  <p:tag name="KSO_WM_BEAUTIFY_FLAG" val="#wm#"/>
  <p:tag name="KSO_WM_TAG_VERSION" val="3.0"/>
  <p:tag name="KSO_WM_TEMPLATE_NEED_RESERVE" val="1"/>
  <p:tag name="SLIDEZORDER" val="3"/>
  <p:tag name="KSO_WM_UNIT_ID" val="custom9_13*j*1"/>
  <p:tag name="KSO_WM_UNIT_LAYERLEVEL" val="1"/>
  <p:tag name="KSO_WM_TEMPLATE_INDEX" val="9"/>
  <p:tag name="KSO_WM_TEMPLATE_CATEGORY" val="custom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 U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 UI"/>
        <a:ea typeface="Microsoft YaHei U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_2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642</Words>
  <Application>Microsoft Office PowerPoint</Application>
  <PresentationFormat>宽屏</PresentationFormat>
  <Paragraphs>116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Microsoft YaHei UI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Office 主题</vt:lpstr>
      <vt:lpstr>1_Office 主题</vt:lpstr>
      <vt:lpstr>Office 主题_2</vt:lpstr>
      <vt:lpstr>PowerPoint 演示文稿</vt:lpstr>
      <vt:lpstr>计算机系统综合实训课程</vt:lpstr>
      <vt:lpstr>PowerPoint 演示文稿</vt:lpstr>
      <vt:lpstr>PowerPoint 演示文稿</vt:lpstr>
      <vt:lpstr>课程概述</vt:lpstr>
      <vt:lpstr>计算机系统综合实训课程</vt:lpstr>
      <vt:lpstr>PowerPoint 演示文稿</vt:lpstr>
      <vt:lpstr>PowerPoint 演示文稿</vt:lpstr>
      <vt:lpstr>PowerPoint 演示文稿</vt:lpstr>
      <vt:lpstr>PowerPoint 演示文稿</vt:lpstr>
      <vt:lpstr>计算机系统综合实训课程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lizonghui</cp:lastModifiedBy>
  <cp:revision>26</cp:revision>
  <dcterms:created xsi:type="dcterms:W3CDTF">2026-05-11T09:35:00Z</dcterms:created>
  <dcterms:modified xsi:type="dcterms:W3CDTF">2026-07-05T09:47:09Z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7A92C818C782B107719D016A2A2DD222_42</vt:lpwstr>
  </property>
</Properties>
</file>